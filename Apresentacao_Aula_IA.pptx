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9BC5E2-E274-9260-08A5-7DD40ACE4754}" v="1" dt="2026-02-01T03:00:55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83960A-972D-46E3-87D3-D067513567D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D5E9C49-812A-4C97-9EA3-6A61161BC850}">
      <dgm:prSet/>
      <dgm:spPr/>
      <dgm:t>
        <a:bodyPr/>
        <a:lstStyle/>
        <a:p>
          <a:r>
            <a:rPr lang="en-US"/>
            <a:t>Fase final da Segunda Guerra Mundial (1945)</a:t>
          </a:r>
        </a:p>
      </dgm:t>
    </dgm:pt>
    <dgm:pt modelId="{0FABDB6F-1463-4A19-9910-4FD3931BBC76}" type="parTrans" cxnId="{C0B4B7DC-A3DB-4EA5-B225-E477F724927B}">
      <dgm:prSet/>
      <dgm:spPr/>
      <dgm:t>
        <a:bodyPr/>
        <a:lstStyle/>
        <a:p>
          <a:endParaRPr lang="en-US"/>
        </a:p>
      </dgm:t>
    </dgm:pt>
    <dgm:pt modelId="{6EB9C8A4-6E69-4DF1-8324-73634EA98AD9}" type="sibTrans" cxnId="{C0B4B7DC-A3DB-4EA5-B225-E477F724927B}">
      <dgm:prSet/>
      <dgm:spPr/>
      <dgm:t>
        <a:bodyPr/>
        <a:lstStyle/>
        <a:p>
          <a:endParaRPr lang="en-US"/>
        </a:p>
      </dgm:t>
    </dgm:pt>
    <dgm:pt modelId="{7FCE55FE-E0A4-4737-AD69-81C1BED12880}">
      <dgm:prSet/>
      <dgm:spPr/>
      <dgm:t>
        <a:bodyPr/>
        <a:lstStyle/>
        <a:p>
          <a:r>
            <a:rPr lang="en-US"/>
            <a:t>Conflito no Pacífico entre EUA e Japão</a:t>
          </a:r>
        </a:p>
      </dgm:t>
    </dgm:pt>
    <dgm:pt modelId="{F03D4314-EED2-4AAA-8D80-24F86654B881}" type="parTrans" cxnId="{8AE6BF4E-30AC-4D6F-A7CA-16DEAF027BF8}">
      <dgm:prSet/>
      <dgm:spPr/>
      <dgm:t>
        <a:bodyPr/>
        <a:lstStyle/>
        <a:p>
          <a:endParaRPr lang="en-US"/>
        </a:p>
      </dgm:t>
    </dgm:pt>
    <dgm:pt modelId="{D9DF57FE-A412-401C-87D6-20BDCEC5505E}" type="sibTrans" cxnId="{8AE6BF4E-30AC-4D6F-A7CA-16DEAF027BF8}">
      <dgm:prSet/>
      <dgm:spPr/>
      <dgm:t>
        <a:bodyPr/>
        <a:lstStyle/>
        <a:p>
          <a:endParaRPr lang="en-US"/>
        </a:p>
      </dgm:t>
    </dgm:pt>
    <dgm:pt modelId="{1894D2A4-4686-45F4-96DF-FF9724C4CFE6}" type="pres">
      <dgm:prSet presAssocID="{2D83960A-972D-46E3-87D3-D067513567D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013028-166D-44B9-BD7C-376973C83CF7}" type="pres">
      <dgm:prSet presAssocID="{7D5E9C49-812A-4C97-9EA3-6A61161BC850}" presName="hierRoot1" presStyleCnt="0"/>
      <dgm:spPr/>
    </dgm:pt>
    <dgm:pt modelId="{BEBEF2C5-2AC1-433C-9CB8-DF06E4A911E7}" type="pres">
      <dgm:prSet presAssocID="{7D5E9C49-812A-4C97-9EA3-6A61161BC850}" presName="composite" presStyleCnt="0"/>
      <dgm:spPr/>
    </dgm:pt>
    <dgm:pt modelId="{8ECA0093-0201-47A7-867B-ADC1CC9FDE33}" type="pres">
      <dgm:prSet presAssocID="{7D5E9C49-812A-4C97-9EA3-6A61161BC850}" presName="background" presStyleLbl="node0" presStyleIdx="0" presStyleCnt="2"/>
      <dgm:spPr/>
    </dgm:pt>
    <dgm:pt modelId="{DD087DFA-2995-4B4D-BCD9-C61744413BFB}" type="pres">
      <dgm:prSet presAssocID="{7D5E9C49-812A-4C97-9EA3-6A61161BC850}" presName="text" presStyleLbl="fgAcc0" presStyleIdx="0" presStyleCnt="2">
        <dgm:presLayoutVars>
          <dgm:chPref val="3"/>
        </dgm:presLayoutVars>
      </dgm:prSet>
      <dgm:spPr/>
    </dgm:pt>
    <dgm:pt modelId="{D892429D-9BB9-4AB7-87C3-269D7AF9BD24}" type="pres">
      <dgm:prSet presAssocID="{7D5E9C49-812A-4C97-9EA3-6A61161BC850}" presName="hierChild2" presStyleCnt="0"/>
      <dgm:spPr/>
    </dgm:pt>
    <dgm:pt modelId="{D8CD2FB0-CA22-427C-8D22-CFE10B2A98E6}" type="pres">
      <dgm:prSet presAssocID="{7FCE55FE-E0A4-4737-AD69-81C1BED12880}" presName="hierRoot1" presStyleCnt="0"/>
      <dgm:spPr/>
    </dgm:pt>
    <dgm:pt modelId="{63A729C0-2FD5-4487-981D-E39D624B4455}" type="pres">
      <dgm:prSet presAssocID="{7FCE55FE-E0A4-4737-AD69-81C1BED12880}" presName="composite" presStyleCnt="0"/>
      <dgm:spPr/>
    </dgm:pt>
    <dgm:pt modelId="{8A5A9A6F-B609-409C-B07C-296184951CC7}" type="pres">
      <dgm:prSet presAssocID="{7FCE55FE-E0A4-4737-AD69-81C1BED12880}" presName="background" presStyleLbl="node0" presStyleIdx="1" presStyleCnt="2"/>
      <dgm:spPr/>
    </dgm:pt>
    <dgm:pt modelId="{C40867FC-99A2-47D8-B948-3AB1342DA172}" type="pres">
      <dgm:prSet presAssocID="{7FCE55FE-E0A4-4737-AD69-81C1BED12880}" presName="text" presStyleLbl="fgAcc0" presStyleIdx="1" presStyleCnt="2">
        <dgm:presLayoutVars>
          <dgm:chPref val="3"/>
        </dgm:presLayoutVars>
      </dgm:prSet>
      <dgm:spPr/>
    </dgm:pt>
    <dgm:pt modelId="{9106DD40-E988-4362-94CB-BA021773457A}" type="pres">
      <dgm:prSet presAssocID="{7FCE55FE-E0A4-4737-AD69-81C1BED12880}" presName="hierChild2" presStyleCnt="0"/>
      <dgm:spPr/>
    </dgm:pt>
  </dgm:ptLst>
  <dgm:cxnLst>
    <dgm:cxn modelId="{6157B638-E8FF-4541-90F5-CAA6A8137A40}" type="presOf" srcId="{7D5E9C49-812A-4C97-9EA3-6A61161BC850}" destId="{DD087DFA-2995-4B4D-BCD9-C61744413BFB}" srcOrd="0" destOrd="0" presId="urn:microsoft.com/office/officeart/2005/8/layout/hierarchy1"/>
    <dgm:cxn modelId="{8AE6BF4E-30AC-4D6F-A7CA-16DEAF027BF8}" srcId="{2D83960A-972D-46E3-87D3-D067513567DF}" destId="{7FCE55FE-E0A4-4737-AD69-81C1BED12880}" srcOrd="1" destOrd="0" parTransId="{F03D4314-EED2-4AAA-8D80-24F86654B881}" sibTransId="{D9DF57FE-A412-401C-87D6-20BDCEC5505E}"/>
    <dgm:cxn modelId="{77DDDE88-536B-4201-9B8A-77A329E875AD}" type="presOf" srcId="{2D83960A-972D-46E3-87D3-D067513567DF}" destId="{1894D2A4-4686-45F4-96DF-FF9724C4CFE6}" srcOrd="0" destOrd="0" presId="urn:microsoft.com/office/officeart/2005/8/layout/hierarchy1"/>
    <dgm:cxn modelId="{1A224D9A-F2E5-41C8-8F46-BEFB65644213}" type="presOf" srcId="{7FCE55FE-E0A4-4737-AD69-81C1BED12880}" destId="{C40867FC-99A2-47D8-B948-3AB1342DA172}" srcOrd="0" destOrd="0" presId="urn:microsoft.com/office/officeart/2005/8/layout/hierarchy1"/>
    <dgm:cxn modelId="{C0B4B7DC-A3DB-4EA5-B225-E477F724927B}" srcId="{2D83960A-972D-46E3-87D3-D067513567DF}" destId="{7D5E9C49-812A-4C97-9EA3-6A61161BC850}" srcOrd="0" destOrd="0" parTransId="{0FABDB6F-1463-4A19-9910-4FD3931BBC76}" sibTransId="{6EB9C8A4-6E69-4DF1-8324-73634EA98AD9}"/>
    <dgm:cxn modelId="{7BCCC95F-B20F-4A39-AD19-0E0E62698FD3}" type="presParOf" srcId="{1894D2A4-4686-45F4-96DF-FF9724C4CFE6}" destId="{1E013028-166D-44B9-BD7C-376973C83CF7}" srcOrd="0" destOrd="0" presId="urn:microsoft.com/office/officeart/2005/8/layout/hierarchy1"/>
    <dgm:cxn modelId="{59CAC799-41E3-496F-A48A-4ECF98296819}" type="presParOf" srcId="{1E013028-166D-44B9-BD7C-376973C83CF7}" destId="{BEBEF2C5-2AC1-433C-9CB8-DF06E4A911E7}" srcOrd="0" destOrd="0" presId="urn:microsoft.com/office/officeart/2005/8/layout/hierarchy1"/>
    <dgm:cxn modelId="{F76AEF04-34E4-4989-B0A4-3DD1E6F5B011}" type="presParOf" srcId="{BEBEF2C5-2AC1-433C-9CB8-DF06E4A911E7}" destId="{8ECA0093-0201-47A7-867B-ADC1CC9FDE33}" srcOrd="0" destOrd="0" presId="urn:microsoft.com/office/officeart/2005/8/layout/hierarchy1"/>
    <dgm:cxn modelId="{F65D28FC-F277-4CBA-A565-6054C99EAB63}" type="presParOf" srcId="{BEBEF2C5-2AC1-433C-9CB8-DF06E4A911E7}" destId="{DD087DFA-2995-4B4D-BCD9-C61744413BFB}" srcOrd="1" destOrd="0" presId="urn:microsoft.com/office/officeart/2005/8/layout/hierarchy1"/>
    <dgm:cxn modelId="{60E4448F-49C6-4AFB-A571-1E5C12780533}" type="presParOf" srcId="{1E013028-166D-44B9-BD7C-376973C83CF7}" destId="{D892429D-9BB9-4AB7-87C3-269D7AF9BD24}" srcOrd="1" destOrd="0" presId="urn:microsoft.com/office/officeart/2005/8/layout/hierarchy1"/>
    <dgm:cxn modelId="{BEEFA81D-4A01-48F2-AD3A-0811D87EDA1C}" type="presParOf" srcId="{1894D2A4-4686-45F4-96DF-FF9724C4CFE6}" destId="{D8CD2FB0-CA22-427C-8D22-CFE10B2A98E6}" srcOrd="1" destOrd="0" presId="urn:microsoft.com/office/officeart/2005/8/layout/hierarchy1"/>
    <dgm:cxn modelId="{5FD6D37D-D015-4750-9B13-303A0017A34C}" type="presParOf" srcId="{D8CD2FB0-CA22-427C-8D22-CFE10B2A98E6}" destId="{63A729C0-2FD5-4487-981D-E39D624B4455}" srcOrd="0" destOrd="0" presId="urn:microsoft.com/office/officeart/2005/8/layout/hierarchy1"/>
    <dgm:cxn modelId="{E9DB0968-B0F3-4B83-A1DF-B7547E971EA9}" type="presParOf" srcId="{63A729C0-2FD5-4487-981D-E39D624B4455}" destId="{8A5A9A6F-B609-409C-B07C-296184951CC7}" srcOrd="0" destOrd="0" presId="urn:microsoft.com/office/officeart/2005/8/layout/hierarchy1"/>
    <dgm:cxn modelId="{5675C907-D484-46A0-8C0F-8A5FEB0F4169}" type="presParOf" srcId="{63A729C0-2FD5-4487-981D-E39D624B4455}" destId="{C40867FC-99A2-47D8-B948-3AB1342DA172}" srcOrd="1" destOrd="0" presId="urn:microsoft.com/office/officeart/2005/8/layout/hierarchy1"/>
    <dgm:cxn modelId="{624E0E3A-F54C-4AF8-B0B4-A8757CA34C50}" type="presParOf" srcId="{D8CD2FB0-CA22-427C-8D22-CFE10B2A98E6}" destId="{9106DD40-E988-4362-94CB-BA021773457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66E3B4-DF6F-46E2-A6C3-9AE18AF12B5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EC9B7E9-79A4-4919-8F91-302EBE0D4E68}">
      <dgm:prSet/>
      <dgm:spPr/>
      <dgm:t>
        <a:bodyPr/>
        <a:lstStyle/>
        <a:p>
          <a:r>
            <a:rPr lang="en-US"/>
            <a:t>Resistência japonesa</a:t>
          </a:r>
        </a:p>
      </dgm:t>
    </dgm:pt>
    <dgm:pt modelId="{BBA6F49D-A1C6-49A3-B428-47C9BE7B1486}" type="parTrans" cxnId="{D6D9F949-06CF-4BB2-8A81-878FDD5F8E42}">
      <dgm:prSet/>
      <dgm:spPr/>
      <dgm:t>
        <a:bodyPr/>
        <a:lstStyle/>
        <a:p>
          <a:endParaRPr lang="en-US"/>
        </a:p>
      </dgm:t>
    </dgm:pt>
    <dgm:pt modelId="{2C686E08-1ABB-471B-A322-EF76128CFFEC}" type="sibTrans" cxnId="{D6D9F949-06CF-4BB2-8A81-878FDD5F8E42}">
      <dgm:prSet/>
      <dgm:spPr/>
      <dgm:t>
        <a:bodyPr/>
        <a:lstStyle/>
        <a:p>
          <a:endParaRPr lang="en-US"/>
        </a:p>
      </dgm:t>
    </dgm:pt>
    <dgm:pt modelId="{6249175B-1556-454A-9263-BC09EA626021}">
      <dgm:prSet/>
      <dgm:spPr/>
      <dgm:t>
        <a:bodyPr/>
        <a:lstStyle/>
        <a:p>
          <a:r>
            <a:rPr lang="en-US"/>
            <a:t>Busca por rendição rápida</a:t>
          </a:r>
        </a:p>
      </dgm:t>
    </dgm:pt>
    <dgm:pt modelId="{2F2C2CE4-7399-4C7E-864D-236726FD6A23}" type="parTrans" cxnId="{FBEFADB6-29CD-4C7F-8444-385867374E53}">
      <dgm:prSet/>
      <dgm:spPr/>
      <dgm:t>
        <a:bodyPr/>
        <a:lstStyle/>
        <a:p>
          <a:endParaRPr lang="en-US"/>
        </a:p>
      </dgm:t>
    </dgm:pt>
    <dgm:pt modelId="{F36AB51E-4A9A-4933-AD89-2002EB881956}" type="sibTrans" cxnId="{FBEFADB6-29CD-4C7F-8444-385867374E53}">
      <dgm:prSet/>
      <dgm:spPr/>
      <dgm:t>
        <a:bodyPr/>
        <a:lstStyle/>
        <a:p>
          <a:endParaRPr lang="en-US"/>
        </a:p>
      </dgm:t>
    </dgm:pt>
    <dgm:pt modelId="{15EB94BF-F921-4BA9-9AE8-F9E63D30C6DA}">
      <dgm:prSet/>
      <dgm:spPr/>
      <dgm:t>
        <a:bodyPr/>
        <a:lstStyle/>
        <a:p>
          <a:r>
            <a:rPr lang="en-US"/>
            <a:t>Nova arma desenvolvida durante a guerra</a:t>
          </a:r>
        </a:p>
      </dgm:t>
    </dgm:pt>
    <dgm:pt modelId="{19E17608-8149-421D-BA41-B178C5670AC8}" type="parTrans" cxnId="{3F99BBBA-106C-4623-BB4F-C09481FA75F0}">
      <dgm:prSet/>
      <dgm:spPr/>
      <dgm:t>
        <a:bodyPr/>
        <a:lstStyle/>
        <a:p>
          <a:endParaRPr lang="en-US"/>
        </a:p>
      </dgm:t>
    </dgm:pt>
    <dgm:pt modelId="{36EFFCFB-6E0E-4669-9825-88B77BF11343}" type="sibTrans" cxnId="{3F99BBBA-106C-4623-BB4F-C09481FA75F0}">
      <dgm:prSet/>
      <dgm:spPr/>
      <dgm:t>
        <a:bodyPr/>
        <a:lstStyle/>
        <a:p>
          <a:endParaRPr lang="en-US"/>
        </a:p>
      </dgm:t>
    </dgm:pt>
    <dgm:pt modelId="{5DCAC010-CD0B-496C-9874-9536B246F2BA}" type="pres">
      <dgm:prSet presAssocID="{2E66E3B4-DF6F-46E2-A6C3-9AE18AF12B52}" presName="linear" presStyleCnt="0">
        <dgm:presLayoutVars>
          <dgm:animLvl val="lvl"/>
          <dgm:resizeHandles val="exact"/>
        </dgm:presLayoutVars>
      </dgm:prSet>
      <dgm:spPr/>
    </dgm:pt>
    <dgm:pt modelId="{0E431398-04BA-4425-AA70-9EF418A5DB42}" type="pres">
      <dgm:prSet presAssocID="{BEC9B7E9-79A4-4919-8F91-302EBE0D4E6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7E18794-ED0C-498D-A8E0-1703D3E5F320}" type="pres">
      <dgm:prSet presAssocID="{2C686E08-1ABB-471B-A322-EF76128CFFEC}" presName="spacer" presStyleCnt="0"/>
      <dgm:spPr/>
    </dgm:pt>
    <dgm:pt modelId="{10A104D7-6CE6-45F7-8E9A-C3CEC93ED221}" type="pres">
      <dgm:prSet presAssocID="{6249175B-1556-454A-9263-BC09EA62602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EE6097-039C-4D27-9E58-7893C25E8307}" type="pres">
      <dgm:prSet presAssocID="{F36AB51E-4A9A-4933-AD89-2002EB881956}" presName="spacer" presStyleCnt="0"/>
      <dgm:spPr/>
    </dgm:pt>
    <dgm:pt modelId="{7942AE14-6B46-4914-887C-8823EC7563C9}" type="pres">
      <dgm:prSet presAssocID="{15EB94BF-F921-4BA9-9AE8-F9E63D30C6D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B46F020-A9E4-499B-8D01-7B20D0F879B5}" type="presOf" srcId="{2E66E3B4-DF6F-46E2-A6C3-9AE18AF12B52}" destId="{5DCAC010-CD0B-496C-9874-9536B246F2BA}" srcOrd="0" destOrd="0" presId="urn:microsoft.com/office/officeart/2005/8/layout/vList2"/>
    <dgm:cxn modelId="{87D81B33-2429-4C67-BC2C-9E1A07AC880B}" type="presOf" srcId="{BEC9B7E9-79A4-4919-8F91-302EBE0D4E68}" destId="{0E431398-04BA-4425-AA70-9EF418A5DB42}" srcOrd="0" destOrd="0" presId="urn:microsoft.com/office/officeart/2005/8/layout/vList2"/>
    <dgm:cxn modelId="{D6D9F949-06CF-4BB2-8A81-878FDD5F8E42}" srcId="{2E66E3B4-DF6F-46E2-A6C3-9AE18AF12B52}" destId="{BEC9B7E9-79A4-4919-8F91-302EBE0D4E68}" srcOrd="0" destOrd="0" parTransId="{BBA6F49D-A1C6-49A3-B428-47C9BE7B1486}" sibTransId="{2C686E08-1ABB-471B-A322-EF76128CFFEC}"/>
    <dgm:cxn modelId="{B96C344D-8904-40A9-8FFD-3202EDE7D4D7}" type="presOf" srcId="{6249175B-1556-454A-9263-BC09EA626021}" destId="{10A104D7-6CE6-45F7-8E9A-C3CEC93ED221}" srcOrd="0" destOrd="0" presId="urn:microsoft.com/office/officeart/2005/8/layout/vList2"/>
    <dgm:cxn modelId="{5843258C-FD7F-4DF9-9792-CF7682F4ADCF}" type="presOf" srcId="{15EB94BF-F921-4BA9-9AE8-F9E63D30C6DA}" destId="{7942AE14-6B46-4914-887C-8823EC7563C9}" srcOrd="0" destOrd="0" presId="urn:microsoft.com/office/officeart/2005/8/layout/vList2"/>
    <dgm:cxn modelId="{FBEFADB6-29CD-4C7F-8444-385867374E53}" srcId="{2E66E3B4-DF6F-46E2-A6C3-9AE18AF12B52}" destId="{6249175B-1556-454A-9263-BC09EA626021}" srcOrd="1" destOrd="0" parTransId="{2F2C2CE4-7399-4C7E-864D-236726FD6A23}" sibTransId="{F36AB51E-4A9A-4933-AD89-2002EB881956}"/>
    <dgm:cxn modelId="{3F99BBBA-106C-4623-BB4F-C09481FA75F0}" srcId="{2E66E3B4-DF6F-46E2-A6C3-9AE18AF12B52}" destId="{15EB94BF-F921-4BA9-9AE8-F9E63D30C6DA}" srcOrd="2" destOrd="0" parTransId="{19E17608-8149-421D-BA41-B178C5670AC8}" sibTransId="{36EFFCFB-6E0E-4669-9825-88B77BF11343}"/>
    <dgm:cxn modelId="{BCDA1117-06D0-47FA-A327-B1FC5F966FD4}" type="presParOf" srcId="{5DCAC010-CD0B-496C-9874-9536B246F2BA}" destId="{0E431398-04BA-4425-AA70-9EF418A5DB42}" srcOrd="0" destOrd="0" presId="urn:microsoft.com/office/officeart/2005/8/layout/vList2"/>
    <dgm:cxn modelId="{F17D5743-E25F-461A-BBCF-FC22FE02A492}" type="presParOf" srcId="{5DCAC010-CD0B-496C-9874-9536B246F2BA}" destId="{C7E18794-ED0C-498D-A8E0-1703D3E5F320}" srcOrd="1" destOrd="0" presId="urn:microsoft.com/office/officeart/2005/8/layout/vList2"/>
    <dgm:cxn modelId="{411F53F7-3EA2-40C7-BE18-E403C11B5192}" type="presParOf" srcId="{5DCAC010-CD0B-496C-9874-9536B246F2BA}" destId="{10A104D7-6CE6-45F7-8E9A-C3CEC93ED221}" srcOrd="2" destOrd="0" presId="urn:microsoft.com/office/officeart/2005/8/layout/vList2"/>
    <dgm:cxn modelId="{9A620116-78E5-4726-A4D5-0B2418EB1A10}" type="presParOf" srcId="{5DCAC010-CD0B-496C-9874-9536B246F2BA}" destId="{32EE6097-039C-4D27-9E58-7893C25E8307}" srcOrd="3" destOrd="0" presId="urn:microsoft.com/office/officeart/2005/8/layout/vList2"/>
    <dgm:cxn modelId="{68F8E774-9212-4B7B-8575-A5675EC231DE}" type="presParOf" srcId="{5DCAC010-CD0B-496C-9874-9536B246F2BA}" destId="{7942AE14-6B46-4914-887C-8823EC7563C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996D2F-9D95-47AD-90FF-064C60D668A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4A9B9B4-7388-472B-9DDD-3FBD018FC967}">
      <dgm:prSet/>
      <dgm:spPr/>
      <dgm:t>
        <a:bodyPr/>
        <a:lstStyle/>
        <a:p>
          <a:r>
            <a:rPr lang="en-US"/>
            <a:t>Data: 6 de agosto de 1945</a:t>
          </a:r>
        </a:p>
      </dgm:t>
    </dgm:pt>
    <dgm:pt modelId="{61BC5704-D19E-4885-BC31-934609BAEA96}" type="parTrans" cxnId="{CB9D2B4F-615A-4740-BB92-D9E588D8AAA5}">
      <dgm:prSet/>
      <dgm:spPr/>
      <dgm:t>
        <a:bodyPr/>
        <a:lstStyle/>
        <a:p>
          <a:endParaRPr lang="en-US"/>
        </a:p>
      </dgm:t>
    </dgm:pt>
    <dgm:pt modelId="{A6365BAB-E459-4941-911F-B2C99620D0CD}" type="sibTrans" cxnId="{CB9D2B4F-615A-4740-BB92-D9E588D8AAA5}">
      <dgm:prSet/>
      <dgm:spPr/>
      <dgm:t>
        <a:bodyPr/>
        <a:lstStyle/>
        <a:p>
          <a:endParaRPr lang="en-US"/>
        </a:p>
      </dgm:t>
    </dgm:pt>
    <dgm:pt modelId="{B37A0810-B521-4CE9-BA8D-2696ECF6EBA2}">
      <dgm:prSet/>
      <dgm:spPr/>
      <dgm:t>
        <a:bodyPr/>
        <a:lstStyle/>
        <a:p>
          <a:r>
            <a:rPr lang="en-US"/>
            <a:t>Bomba: Little Boy</a:t>
          </a:r>
        </a:p>
      </dgm:t>
    </dgm:pt>
    <dgm:pt modelId="{2AB473EF-BC97-4923-B70B-22AB30671F06}" type="parTrans" cxnId="{EFDF6318-9B8E-4949-BA15-00777C00C2FC}">
      <dgm:prSet/>
      <dgm:spPr/>
      <dgm:t>
        <a:bodyPr/>
        <a:lstStyle/>
        <a:p>
          <a:endParaRPr lang="en-US"/>
        </a:p>
      </dgm:t>
    </dgm:pt>
    <dgm:pt modelId="{15D65630-F0A2-4DEE-B846-B0C71258B6F4}" type="sibTrans" cxnId="{EFDF6318-9B8E-4949-BA15-00777C00C2FC}">
      <dgm:prSet/>
      <dgm:spPr/>
      <dgm:t>
        <a:bodyPr/>
        <a:lstStyle/>
        <a:p>
          <a:endParaRPr lang="en-US"/>
        </a:p>
      </dgm:t>
    </dgm:pt>
    <dgm:pt modelId="{ABC5B434-E380-43E5-9BDA-85741123F535}">
      <dgm:prSet/>
      <dgm:spPr/>
      <dgm:t>
        <a:bodyPr/>
        <a:lstStyle/>
        <a:p>
          <a:r>
            <a:rPr lang="en-US"/>
            <a:t>Grande destruição da cidade</a:t>
          </a:r>
        </a:p>
      </dgm:t>
    </dgm:pt>
    <dgm:pt modelId="{9B7E2007-700F-4DA4-B3F6-C208961C4BC5}" type="parTrans" cxnId="{FEA864B8-D103-40FE-9A14-F66FFE31D0FF}">
      <dgm:prSet/>
      <dgm:spPr/>
      <dgm:t>
        <a:bodyPr/>
        <a:lstStyle/>
        <a:p>
          <a:endParaRPr lang="en-US"/>
        </a:p>
      </dgm:t>
    </dgm:pt>
    <dgm:pt modelId="{34C6D567-69A2-48CF-B91E-135D770115E5}" type="sibTrans" cxnId="{FEA864B8-D103-40FE-9A14-F66FFE31D0FF}">
      <dgm:prSet/>
      <dgm:spPr/>
      <dgm:t>
        <a:bodyPr/>
        <a:lstStyle/>
        <a:p>
          <a:endParaRPr lang="en-US"/>
        </a:p>
      </dgm:t>
    </dgm:pt>
    <dgm:pt modelId="{FEB6732E-ED9C-4446-AA18-44DA296A1A5E}" type="pres">
      <dgm:prSet presAssocID="{FE996D2F-9D95-47AD-90FF-064C60D668AB}" presName="root" presStyleCnt="0">
        <dgm:presLayoutVars>
          <dgm:dir/>
          <dgm:resizeHandles val="exact"/>
        </dgm:presLayoutVars>
      </dgm:prSet>
      <dgm:spPr/>
    </dgm:pt>
    <dgm:pt modelId="{83C91714-0022-46A3-96CF-59C72B5E81BF}" type="pres">
      <dgm:prSet presAssocID="{B4A9B9B4-7388-472B-9DDD-3FBD018FC967}" presName="compNode" presStyleCnt="0"/>
      <dgm:spPr/>
    </dgm:pt>
    <dgm:pt modelId="{95DA25FC-1C4A-40F4-8A5F-62228D4FD053}" type="pres">
      <dgm:prSet presAssocID="{B4A9B9B4-7388-472B-9DDD-3FBD018FC96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BB45A0D-A7C7-4C72-95F6-384CB537CC24}" type="pres">
      <dgm:prSet presAssocID="{B4A9B9B4-7388-472B-9DDD-3FBD018FC967}" presName="spaceRect" presStyleCnt="0"/>
      <dgm:spPr/>
    </dgm:pt>
    <dgm:pt modelId="{A3D9D26D-206E-42FD-A021-7A85D019501F}" type="pres">
      <dgm:prSet presAssocID="{B4A9B9B4-7388-472B-9DDD-3FBD018FC967}" presName="textRect" presStyleLbl="revTx" presStyleIdx="0" presStyleCnt="3">
        <dgm:presLayoutVars>
          <dgm:chMax val="1"/>
          <dgm:chPref val="1"/>
        </dgm:presLayoutVars>
      </dgm:prSet>
      <dgm:spPr/>
    </dgm:pt>
    <dgm:pt modelId="{5C6B2020-8016-466D-9937-2F33A88DFF44}" type="pres">
      <dgm:prSet presAssocID="{A6365BAB-E459-4941-911F-B2C99620D0CD}" presName="sibTrans" presStyleCnt="0"/>
      <dgm:spPr/>
    </dgm:pt>
    <dgm:pt modelId="{99C2EF61-E522-4DAD-9B11-6FF7FF63B4A2}" type="pres">
      <dgm:prSet presAssocID="{B37A0810-B521-4CE9-BA8D-2696ECF6EBA2}" presName="compNode" presStyleCnt="0"/>
      <dgm:spPr/>
    </dgm:pt>
    <dgm:pt modelId="{D9D77D87-EC0B-4635-8E2B-14B94F23ECCF}" type="pres">
      <dgm:prSet presAssocID="{B37A0810-B521-4CE9-BA8D-2696ECF6EBA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bweb"/>
        </a:ext>
      </dgm:extLst>
    </dgm:pt>
    <dgm:pt modelId="{D1C04471-E3F7-4616-B870-364364ED4D95}" type="pres">
      <dgm:prSet presAssocID="{B37A0810-B521-4CE9-BA8D-2696ECF6EBA2}" presName="spaceRect" presStyleCnt="0"/>
      <dgm:spPr/>
    </dgm:pt>
    <dgm:pt modelId="{A560AEF4-E3AE-4D61-9EA1-770AD0321E1B}" type="pres">
      <dgm:prSet presAssocID="{B37A0810-B521-4CE9-BA8D-2696ECF6EBA2}" presName="textRect" presStyleLbl="revTx" presStyleIdx="1" presStyleCnt="3">
        <dgm:presLayoutVars>
          <dgm:chMax val="1"/>
          <dgm:chPref val="1"/>
        </dgm:presLayoutVars>
      </dgm:prSet>
      <dgm:spPr/>
    </dgm:pt>
    <dgm:pt modelId="{19972CE3-3669-4EA1-AFAA-D7B580D41BD4}" type="pres">
      <dgm:prSet presAssocID="{15D65630-F0A2-4DEE-B846-B0C71258B6F4}" presName="sibTrans" presStyleCnt="0"/>
      <dgm:spPr/>
    </dgm:pt>
    <dgm:pt modelId="{836E727A-DDA9-47C9-9DB0-8DBD63693280}" type="pres">
      <dgm:prSet presAssocID="{ABC5B434-E380-43E5-9BDA-85741123F535}" presName="compNode" presStyleCnt="0"/>
      <dgm:spPr/>
    </dgm:pt>
    <dgm:pt modelId="{D1C44174-2BE5-4F27-9F63-B509C7F3259D}" type="pres">
      <dgm:prSet presAssocID="{ABC5B434-E380-43E5-9BDA-85741123F53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28532C7-F8FD-46D6-86E6-64DE976DF7E1}" type="pres">
      <dgm:prSet presAssocID="{ABC5B434-E380-43E5-9BDA-85741123F535}" presName="spaceRect" presStyleCnt="0"/>
      <dgm:spPr/>
    </dgm:pt>
    <dgm:pt modelId="{D61F6987-C62D-47CD-BBAD-63B1C2A465DD}" type="pres">
      <dgm:prSet presAssocID="{ABC5B434-E380-43E5-9BDA-85741123F53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FDF6318-9B8E-4949-BA15-00777C00C2FC}" srcId="{FE996D2F-9D95-47AD-90FF-064C60D668AB}" destId="{B37A0810-B521-4CE9-BA8D-2696ECF6EBA2}" srcOrd="1" destOrd="0" parTransId="{2AB473EF-BC97-4923-B70B-22AB30671F06}" sibTransId="{15D65630-F0A2-4DEE-B846-B0C71258B6F4}"/>
    <dgm:cxn modelId="{CB9D2B4F-615A-4740-BB92-D9E588D8AAA5}" srcId="{FE996D2F-9D95-47AD-90FF-064C60D668AB}" destId="{B4A9B9B4-7388-472B-9DDD-3FBD018FC967}" srcOrd="0" destOrd="0" parTransId="{61BC5704-D19E-4885-BC31-934609BAEA96}" sibTransId="{A6365BAB-E459-4941-911F-B2C99620D0CD}"/>
    <dgm:cxn modelId="{6A1ACE50-2724-4979-B503-AA209E3C4DC3}" type="presOf" srcId="{ABC5B434-E380-43E5-9BDA-85741123F535}" destId="{D61F6987-C62D-47CD-BBAD-63B1C2A465DD}" srcOrd="0" destOrd="0" presId="urn:microsoft.com/office/officeart/2018/2/layout/IconLabelList"/>
    <dgm:cxn modelId="{8564F454-B914-4325-9C0F-1FD5B5F88341}" type="presOf" srcId="{B4A9B9B4-7388-472B-9DDD-3FBD018FC967}" destId="{A3D9D26D-206E-42FD-A021-7A85D019501F}" srcOrd="0" destOrd="0" presId="urn:microsoft.com/office/officeart/2018/2/layout/IconLabelList"/>
    <dgm:cxn modelId="{BCBF7B59-859E-4521-B272-88C21A0BDC63}" type="presOf" srcId="{B37A0810-B521-4CE9-BA8D-2696ECF6EBA2}" destId="{A560AEF4-E3AE-4D61-9EA1-770AD0321E1B}" srcOrd="0" destOrd="0" presId="urn:microsoft.com/office/officeart/2018/2/layout/IconLabelList"/>
    <dgm:cxn modelId="{FEA864B8-D103-40FE-9A14-F66FFE31D0FF}" srcId="{FE996D2F-9D95-47AD-90FF-064C60D668AB}" destId="{ABC5B434-E380-43E5-9BDA-85741123F535}" srcOrd="2" destOrd="0" parTransId="{9B7E2007-700F-4DA4-B3F6-C208961C4BC5}" sibTransId="{34C6D567-69A2-48CF-B91E-135D770115E5}"/>
    <dgm:cxn modelId="{207CFEFB-BD9E-4B43-B0AF-57D544164E35}" type="presOf" srcId="{FE996D2F-9D95-47AD-90FF-064C60D668AB}" destId="{FEB6732E-ED9C-4446-AA18-44DA296A1A5E}" srcOrd="0" destOrd="0" presId="urn:microsoft.com/office/officeart/2018/2/layout/IconLabelList"/>
    <dgm:cxn modelId="{C4B34E18-8EDB-4B29-B815-736D79D91BB5}" type="presParOf" srcId="{FEB6732E-ED9C-4446-AA18-44DA296A1A5E}" destId="{83C91714-0022-46A3-96CF-59C72B5E81BF}" srcOrd="0" destOrd="0" presId="urn:microsoft.com/office/officeart/2018/2/layout/IconLabelList"/>
    <dgm:cxn modelId="{EF0FE599-9C78-4481-BF0C-7DE0C418AE90}" type="presParOf" srcId="{83C91714-0022-46A3-96CF-59C72B5E81BF}" destId="{95DA25FC-1C4A-40F4-8A5F-62228D4FD053}" srcOrd="0" destOrd="0" presId="urn:microsoft.com/office/officeart/2018/2/layout/IconLabelList"/>
    <dgm:cxn modelId="{46090980-99CA-4248-A9F4-3BECFDBD4B17}" type="presParOf" srcId="{83C91714-0022-46A3-96CF-59C72B5E81BF}" destId="{7BB45A0D-A7C7-4C72-95F6-384CB537CC24}" srcOrd="1" destOrd="0" presId="urn:microsoft.com/office/officeart/2018/2/layout/IconLabelList"/>
    <dgm:cxn modelId="{57D7251A-C96F-4EE0-A27C-4EBFF52E4216}" type="presParOf" srcId="{83C91714-0022-46A3-96CF-59C72B5E81BF}" destId="{A3D9D26D-206E-42FD-A021-7A85D019501F}" srcOrd="2" destOrd="0" presId="urn:microsoft.com/office/officeart/2018/2/layout/IconLabelList"/>
    <dgm:cxn modelId="{9B002531-CA33-4D85-A289-D0186A1A8959}" type="presParOf" srcId="{FEB6732E-ED9C-4446-AA18-44DA296A1A5E}" destId="{5C6B2020-8016-466D-9937-2F33A88DFF44}" srcOrd="1" destOrd="0" presId="urn:microsoft.com/office/officeart/2018/2/layout/IconLabelList"/>
    <dgm:cxn modelId="{B86D9EDD-08D3-4E62-A026-8314E09795EC}" type="presParOf" srcId="{FEB6732E-ED9C-4446-AA18-44DA296A1A5E}" destId="{99C2EF61-E522-4DAD-9B11-6FF7FF63B4A2}" srcOrd="2" destOrd="0" presId="urn:microsoft.com/office/officeart/2018/2/layout/IconLabelList"/>
    <dgm:cxn modelId="{6A13437E-AFF7-408C-AF28-D93105BA32BB}" type="presParOf" srcId="{99C2EF61-E522-4DAD-9B11-6FF7FF63B4A2}" destId="{D9D77D87-EC0B-4635-8E2B-14B94F23ECCF}" srcOrd="0" destOrd="0" presId="urn:microsoft.com/office/officeart/2018/2/layout/IconLabelList"/>
    <dgm:cxn modelId="{4BB243F6-D5CC-44CA-943F-07F02DD8E05F}" type="presParOf" srcId="{99C2EF61-E522-4DAD-9B11-6FF7FF63B4A2}" destId="{D1C04471-E3F7-4616-B870-364364ED4D95}" srcOrd="1" destOrd="0" presId="urn:microsoft.com/office/officeart/2018/2/layout/IconLabelList"/>
    <dgm:cxn modelId="{704EDA1A-9ABB-461A-AECB-D16657B272A1}" type="presParOf" srcId="{99C2EF61-E522-4DAD-9B11-6FF7FF63B4A2}" destId="{A560AEF4-E3AE-4D61-9EA1-770AD0321E1B}" srcOrd="2" destOrd="0" presId="urn:microsoft.com/office/officeart/2018/2/layout/IconLabelList"/>
    <dgm:cxn modelId="{04E77F4B-45AC-4A64-BD2D-6BC435F3DFEC}" type="presParOf" srcId="{FEB6732E-ED9C-4446-AA18-44DA296A1A5E}" destId="{19972CE3-3669-4EA1-AFAA-D7B580D41BD4}" srcOrd="3" destOrd="0" presId="urn:microsoft.com/office/officeart/2018/2/layout/IconLabelList"/>
    <dgm:cxn modelId="{55265D8D-9D13-431C-877D-22AFF3267AA2}" type="presParOf" srcId="{FEB6732E-ED9C-4446-AA18-44DA296A1A5E}" destId="{836E727A-DDA9-47C9-9DB0-8DBD63693280}" srcOrd="4" destOrd="0" presId="urn:microsoft.com/office/officeart/2018/2/layout/IconLabelList"/>
    <dgm:cxn modelId="{E1514A47-2E97-4AAB-9E0F-DE2B1669B148}" type="presParOf" srcId="{836E727A-DDA9-47C9-9DB0-8DBD63693280}" destId="{D1C44174-2BE5-4F27-9F63-B509C7F3259D}" srcOrd="0" destOrd="0" presId="urn:microsoft.com/office/officeart/2018/2/layout/IconLabelList"/>
    <dgm:cxn modelId="{2668F03B-87C0-4107-B6AB-73807EAFE8EA}" type="presParOf" srcId="{836E727A-DDA9-47C9-9DB0-8DBD63693280}" destId="{828532C7-F8FD-46D6-86E6-64DE976DF7E1}" srcOrd="1" destOrd="0" presId="urn:microsoft.com/office/officeart/2018/2/layout/IconLabelList"/>
    <dgm:cxn modelId="{4A30B087-0A2B-482C-9752-AF37B318B2B8}" type="presParOf" srcId="{836E727A-DDA9-47C9-9DB0-8DBD63693280}" destId="{D61F6987-C62D-47CD-BBAD-63B1C2A465D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161586-45B7-4BA3-AD59-06CA5C625EC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4062279-F400-41CE-ACC1-72087527FBD1}">
      <dgm:prSet/>
      <dgm:spPr/>
      <dgm:t>
        <a:bodyPr/>
        <a:lstStyle/>
        <a:p>
          <a:pPr>
            <a:defRPr cap="all"/>
          </a:pPr>
          <a:r>
            <a:rPr lang="en-US"/>
            <a:t>Data: 9 de agosto de 1945</a:t>
          </a:r>
        </a:p>
      </dgm:t>
    </dgm:pt>
    <dgm:pt modelId="{A4A01EC8-7C78-48FE-A215-51B5F1289EE5}" type="parTrans" cxnId="{439B08E1-4ADB-458C-BB08-FF778B7C14E8}">
      <dgm:prSet/>
      <dgm:spPr/>
      <dgm:t>
        <a:bodyPr/>
        <a:lstStyle/>
        <a:p>
          <a:endParaRPr lang="en-US"/>
        </a:p>
      </dgm:t>
    </dgm:pt>
    <dgm:pt modelId="{0607017B-083D-45EB-8162-39F45E36979C}" type="sibTrans" cxnId="{439B08E1-4ADB-458C-BB08-FF778B7C14E8}">
      <dgm:prSet/>
      <dgm:spPr/>
      <dgm:t>
        <a:bodyPr/>
        <a:lstStyle/>
        <a:p>
          <a:endParaRPr lang="en-US"/>
        </a:p>
      </dgm:t>
    </dgm:pt>
    <dgm:pt modelId="{A3878895-2B9E-4BB5-9F91-048A018CAA84}">
      <dgm:prSet/>
      <dgm:spPr/>
      <dgm:t>
        <a:bodyPr/>
        <a:lstStyle/>
        <a:p>
          <a:pPr>
            <a:defRPr cap="all"/>
          </a:pPr>
          <a:r>
            <a:rPr lang="en-US"/>
            <a:t>Bomba: Fat Man</a:t>
          </a:r>
        </a:p>
      </dgm:t>
    </dgm:pt>
    <dgm:pt modelId="{CB595C31-203C-4C1C-84BB-9DE1F479AABE}" type="parTrans" cxnId="{AA81D4B0-9280-4F2A-B77A-2E5B13B45A46}">
      <dgm:prSet/>
      <dgm:spPr/>
      <dgm:t>
        <a:bodyPr/>
        <a:lstStyle/>
        <a:p>
          <a:endParaRPr lang="en-US"/>
        </a:p>
      </dgm:t>
    </dgm:pt>
    <dgm:pt modelId="{378EB915-1CED-4EE1-A925-62BC199533FF}" type="sibTrans" cxnId="{AA81D4B0-9280-4F2A-B77A-2E5B13B45A46}">
      <dgm:prSet/>
      <dgm:spPr/>
      <dgm:t>
        <a:bodyPr/>
        <a:lstStyle/>
        <a:p>
          <a:endParaRPr lang="en-US"/>
        </a:p>
      </dgm:t>
    </dgm:pt>
    <dgm:pt modelId="{B0BA51E9-411B-41B0-8C11-6393104E6B30}">
      <dgm:prSet/>
      <dgm:spPr/>
      <dgm:t>
        <a:bodyPr/>
        <a:lstStyle/>
        <a:p>
          <a:pPr>
            <a:defRPr cap="all"/>
          </a:pPr>
          <a:r>
            <a:rPr lang="en-US"/>
            <a:t>Altas perdas humanas</a:t>
          </a:r>
        </a:p>
      </dgm:t>
    </dgm:pt>
    <dgm:pt modelId="{4DB36C53-6FC4-42DE-B6E1-760F311637FC}" type="parTrans" cxnId="{45F2D6CB-ADF7-46A8-B9C3-288B2299F756}">
      <dgm:prSet/>
      <dgm:spPr/>
      <dgm:t>
        <a:bodyPr/>
        <a:lstStyle/>
        <a:p>
          <a:endParaRPr lang="en-US"/>
        </a:p>
      </dgm:t>
    </dgm:pt>
    <dgm:pt modelId="{0E69BCC1-7B59-4C6E-84DF-AD872B10F10C}" type="sibTrans" cxnId="{45F2D6CB-ADF7-46A8-B9C3-288B2299F756}">
      <dgm:prSet/>
      <dgm:spPr/>
      <dgm:t>
        <a:bodyPr/>
        <a:lstStyle/>
        <a:p>
          <a:endParaRPr lang="en-US"/>
        </a:p>
      </dgm:t>
    </dgm:pt>
    <dgm:pt modelId="{3EA0F4E3-EB89-4C51-A316-45585AA4EF9A}" type="pres">
      <dgm:prSet presAssocID="{5D161586-45B7-4BA3-AD59-06CA5C625EC9}" presName="root" presStyleCnt="0">
        <dgm:presLayoutVars>
          <dgm:dir/>
          <dgm:resizeHandles val="exact"/>
        </dgm:presLayoutVars>
      </dgm:prSet>
      <dgm:spPr/>
    </dgm:pt>
    <dgm:pt modelId="{8C3B334A-316C-4159-AD86-D5EBFB04EE24}" type="pres">
      <dgm:prSet presAssocID="{54062279-F400-41CE-ACC1-72087527FBD1}" presName="compNode" presStyleCnt="0"/>
      <dgm:spPr/>
    </dgm:pt>
    <dgm:pt modelId="{BC5D8093-D815-4046-8A63-2C0B0DCD2E53}" type="pres">
      <dgm:prSet presAssocID="{54062279-F400-41CE-ACC1-72087527FBD1}" presName="iconBgRect" presStyleLbl="bgShp" presStyleIdx="0" presStyleCnt="3"/>
      <dgm:spPr/>
    </dgm:pt>
    <dgm:pt modelId="{DDC36A9D-2F6C-4BC7-9590-38A3FE7785DB}" type="pres">
      <dgm:prSet presAssocID="{54062279-F400-41CE-ACC1-72087527FBD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5352CE8-8911-46EE-96C7-3088612943EA}" type="pres">
      <dgm:prSet presAssocID="{54062279-F400-41CE-ACC1-72087527FBD1}" presName="spaceRect" presStyleCnt="0"/>
      <dgm:spPr/>
    </dgm:pt>
    <dgm:pt modelId="{53753AC8-C35E-4271-B857-66F8E92CD942}" type="pres">
      <dgm:prSet presAssocID="{54062279-F400-41CE-ACC1-72087527FBD1}" presName="textRect" presStyleLbl="revTx" presStyleIdx="0" presStyleCnt="3">
        <dgm:presLayoutVars>
          <dgm:chMax val="1"/>
          <dgm:chPref val="1"/>
        </dgm:presLayoutVars>
      </dgm:prSet>
      <dgm:spPr/>
    </dgm:pt>
    <dgm:pt modelId="{537BFA3D-29D9-4BD9-BC33-70D00E4510C2}" type="pres">
      <dgm:prSet presAssocID="{0607017B-083D-45EB-8162-39F45E36979C}" presName="sibTrans" presStyleCnt="0"/>
      <dgm:spPr/>
    </dgm:pt>
    <dgm:pt modelId="{7BC2894C-1A3D-47B4-83E0-2BBAC2CFAECE}" type="pres">
      <dgm:prSet presAssocID="{A3878895-2B9E-4BB5-9F91-048A018CAA84}" presName="compNode" presStyleCnt="0"/>
      <dgm:spPr/>
    </dgm:pt>
    <dgm:pt modelId="{870752DC-6039-4F05-8628-D412DEE859AD}" type="pres">
      <dgm:prSet presAssocID="{A3878895-2B9E-4BB5-9F91-048A018CAA84}" presName="iconBgRect" presStyleLbl="bgShp" presStyleIdx="1" presStyleCnt="3"/>
      <dgm:spPr/>
    </dgm:pt>
    <dgm:pt modelId="{55D6D44E-35C3-4EF7-B76A-93F984A2E55E}" type="pres">
      <dgm:prSet presAssocID="{A3878895-2B9E-4BB5-9F91-048A018CAA8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00B8BEFD-9C67-40DE-9EF6-4F304872045B}" type="pres">
      <dgm:prSet presAssocID="{A3878895-2B9E-4BB5-9F91-048A018CAA84}" presName="spaceRect" presStyleCnt="0"/>
      <dgm:spPr/>
    </dgm:pt>
    <dgm:pt modelId="{D2767AC1-B80E-40A7-8DD9-B0E295DCD0F5}" type="pres">
      <dgm:prSet presAssocID="{A3878895-2B9E-4BB5-9F91-048A018CAA84}" presName="textRect" presStyleLbl="revTx" presStyleIdx="1" presStyleCnt="3">
        <dgm:presLayoutVars>
          <dgm:chMax val="1"/>
          <dgm:chPref val="1"/>
        </dgm:presLayoutVars>
      </dgm:prSet>
      <dgm:spPr/>
    </dgm:pt>
    <dgm:pt modelId="{AA6C3B86-226A-4C11-B6BE-3AED14263DCF}" type="pres">
      <dgm:prSet presAssocID="{378EB915-1CED-4EE1-A925-62BC199533FF}" presName="sibTrans" presStyleCnt="0"/>
      <dgm:spPr/>
    </dgm:pt>
    <dgm:pt modelId="{6BE580CB-9DFD-4D3C-B8AF-05B037DD3873}" type="pres">
      <dgm:prSet presAssocID="{B0BA51E9-411B-41B0-8C11-6393104E6B30}" presName="compNode" presStyleCnt="0"/>
      <dgm:spPr/>
    </dgm:pt>
    <dgm:pt modelId="{D3AE8712-5B7E-4E11-89F4-17DA6EF66CEF}" type="pres">
      <dgm:prSet presAssocID="{B0BA51E9-411B-41B0-8C11-6393104E6B30}" presName="iconBgRect" presStyleLbl="bgShp" presStyleIdx="2" presStyleCnt="3"/>
      <dgm:spPr/>
    </dgm:pt>
    <dgm:pt modelId="{36A7D919-DF03-4B49-8F14-38C4A0006508}" type="pres">
      <dgm:prSet presAssocID="{B0BA51E9-411B-41B0-8C11-6393104E6B3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FD1A84F-E0FF-45AE-923B-A347A4ED0D0D}" type="pres">
      <dgm:prSet presAssocID="{B0BA51E9-411B-41B0-8C11-6393104E6B30}" presName="spaceRect" presStyleCnt="0"/>
      <dgm:spPr/>
    </dgm:pt>
    <dgm:pt modelId="{2D272907-61B3-4DE0-8DE0-73B62498EF7F}" type="pres">
      <dgm:prSet presAssocID="{B0BA51E9-411B-41B0-8C11-6393104E6B3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7490155-B2B7-43C4-A4E4-14554305AB7F}" type="presOf" srcId="{B0BA51E9-411B-41B0-8C11-6393104E6B30}" destId="{2D272907-61B3-4DE0-8DE0-73B62498EF7F}" srcOrd="0" destOrd="0" presId="urn:microsoft.com/office/officeart/2018/5/layout/IconCircleLabelList"/>
    <dgm:cxn modelId="{3CD00087-8E8F-401D-9316-1892360DEC3A}" type="presOf" srcId="{5D161586-45B7-4BA3-AD59-06CA5C625EC9}" destId="{3EA0F4E3-EB89-4C51-A316-45585AA4EF9A}" srcOrd="0" destOrd="0" presId="urn:microsoft.com/office/officeart/2018/5/layout/IconCircleLabelList"/>
    <dgm:cxn modelId="{AA81D4B0-9280-4F2A-B77A-2E5B13B45A46}" srcId="{5D161586-45B7-4BA3-AD59-06CA5C625EC9}" destId="{A3878895-2B9E-4BB5-9F91-048A018CAA84}" srcOrd="1" destOrd="0" parTransId="{CB595C31-203C-4C1C-84BB-9DE1F479AABE}" sibTransId="{378EB915-1CED-4EE1-A925-62BC199533FF}"/>
    <dgm:cxn modelId="{8C5637BA-FF3E-4F30-B663-436573700BD0}" type="presOf" srcId="{A3878895-2B9E-4BB5-9F91-048A018CAA84}" destId="{D2767AC1-B80E-40A7-8DD9-B0E295DCD0F5}" srcOrd="0" destOrd="0" presId="urn:microsoft.com/office/officeart/2018/5/layout/IconCircleLabelList"/>
    <dgm:cxn modelId="{E86446C6-EA61-441E-B95C-42B99E735E61}" type="presOf" srcId="{54062279-F400-41CE-ACC1-72087527FBD1}" destId="{53753AC8-C35E-4271-B857-66F8E92CD942}" srcOrd="0" destOrd="0" presId="urn:microsoft.com/office/officeart/2018/5/layout/IconCircleLabelList"/>
    <dgm:cxn modelId="{45F2D6CB-ADF7-46A8-B9C3-288B2299F756}" srcId="{5D161586-45B7-4BA3-AD59-06CA5C625EC9}" destId="{B0BA51E9-411B-41B0-8C11-6393104E6B30}" srcOrd="2" destOrd="0" parTransId="{4DB36C53-6FC4-42DE-B6E1-760F311637FC}" sibTransId="{0E69BCC1-7B59-4C6E-84DF-AD872B10F10C}"/>
    <dgm:cxn modelId="{439B08E1-4ADB-458C-BB08-FF778B7C14E8}" srcId="{5D161586-45B7-4BA3-AD59-06CA5C625EC9}" destId="{54062279-F400-41CE-ACC1-72087527FBD1}" srcOrd="0" destOrd="0" parTransId="{A4A01EC8-7C78-48FE-A215-51B5F1289EE5}" sibTransId="{0607017B-083D-45EB-8162-39F45E36979C}"/>
    <dgm:cxn modelId="{A4DC156B-CEDC-4996-90D3-B478D062D42C}" type="presParOf" srcId="{3EA0F4E3-EB89-4C51-A316-45585AA4EF9A}" destId="{8C3B334A-316C-4159-AD86-D5EBFB04EE24}" srcOrd="0" destOrd="0" presId="urn:microsoft.com/office/officeart/2018/5/layout/IconCircleLabelList"/>
    <dgm:cxn modelId="{B5CDCECF-0156-4963-B9B7-D7B4063AEC93}" type="presParOf" srcId="{8C3B334A-316C-4159-AD86-D5EBFB04EE24}" destId="{BC5D8093-D815-4046-8A63-2C0B0DCD2E53}" srcOrd="0" destOrd="0" presId="urn:microsoft.com/office/officeart/2018/5/layout/IconCircleLabelList"/>
    <dgm:cxn modelId="{88319FFD-0F0B-47FF-BD0B-764EF456F472}" type="presParOf" srcId="{8C3B334A-316C-4159-AD86-D5EBFB04EE24}" destId="{DDC36A9D-2F6C-4BC7-9590-38A3FE7785DB}" srcOrd="1" destOrd="0" presId="urn:microsoft.com/office/officeart/2018/5/layout/IconCircleLabelList"/>
    <dgm:cxn modelId="{8F3F0173-6F57-484A-9D39-64FBDEA29A32}" type="presParOf" srcId="{8C3B334A-316C-4159-AD86-D5EBFB04EE24}" destId="{95352CE8-8911-46EE-96C7-3088612943EA}" srcOrd="2" destOrd="0" presId="urn:microsoft.com/office/officeart/2018/5/layout/IconCircleLabelList"/>
    <dgm:cxn modelId="{FB81D4F0-487D-4D1C-899F-223268727138}" type="presParOf" srcId="{8C3B334A-316C-4159-AD86-D5EBFB04EE24}" destId="{53753AC8-C35E-4271-B857-66F8E92CD942}" srcOrd="3" destOrd="0" presId="urn:microsoft.com/office/officeart/2018/5/layout/IconCircleLabelList"/>
    <dgm:cxn modelId="{EA6534DF-F69C-4B74-A008-45B1B4AECCAE}" type="presParOf" srcId="{3EA0F4E3-EB89-4C51-A316-45585AA4EF9A}" destId="{537BFA3D-29D9-4BD9-BC33-70D00E4510C2}" srcOrd="1" destOrd="0" presId="urn:microsoft.com/office/officeart/2018/5/layout/IconCircleLabelList"/>
    <dgm:cxn modelId="{F31E1EFF-3EF2-485B-BBE7-CC795D7DBFC8}" type="presParOf" srcId="{3EA0F4E3-EB89-4C51-A316-45585AA4EF9A}" destId="{7BC2894C-1A3D-47B4-83E0-2BBAC2CFAECE}" srcOrd="2" destOrd="0" presId="urn:microsoft.com/office/officeart/2018/5/layout/IconCircleLabelList"/>
    <dgm:cxn modelId="{5E993835-3BE0-4721-84DD-50EDB50F6BCA}" type="presParOf" srcId="{7BC2894C-1A3D-47B4-83E0-2BBAC2CFAECE}" destId="{870752DC-6039-4F05-8628-D412DEE859AD}" srcOrd="0" destOrd="0" presId="urn:microsoft.com/office/officeart/2018/5/layout/IconCircleLabelList"/>
    <dgm:cxn modelId="{A967B96E-3ECC-4ACD-B926-B56958092B81}" type="presParOf" srcId="{7BC2894C-1A3D-47B4-83E0-2BBAC2CFAECE}" destId="{55D6D44E-35C3-4EF7-B76A-93F984A2E55E}" srcOrd="1" destOrd="0" presId="urn:microsoft.com/office/officeart/2018/5/layout/IconCircleLabelList"/>
    <dgm:cxn modelId="{5D3517BE-5FC6-45C6-AA54-9808B6A81BF2}" type="presParOf" srcId="{7BC2894C-1A3D-47B4-83E0-2BBAC2CFAECE}" destId="{00B8BEFD-9C67-40DE-9EF6-4F304872045B}" srcOrd="2" destOrd="0" presId="urn:microsoft.com/office/officeart/2018/5/layout/IconCircleLabelList"/>
    <dgm:cxn modelId="{28179A33-0F78-4D36-B68C-77A9580B0100}" type="presParOf" srcId="{7BC2894C-1A3D-47B4-83E0-2BBAC2CFAECE}" destId="{D2767AC1-B80E-40A7-8DD9-B0E295DCD0F5}" srcOrd="3" destOrd="0" presId="urn:microsoft.com/office/officeart/2018/5/layout/IconCircleLabelList"/>
    <dgm:cxn modelId="{A092EF14-46FB-4543-AFE3-799880F1DF49}" type="presParOf" srcId="{3EA0F4E3-EB89-4C51-A316-45585AA4EF9A}" destId="{AA6C3B86-226A-4C11-B6BE-3AED14263DCF}" srcOrd="3" destOrd="0" presId="urn:microsoft.com/office/officeart/2018/5/layout/IconCircleLabelList"/>
    <dgm:cxn modelId="{95A92269-0DC0-44EF-A07D-64476B05E735}" type="presParOf" srcId="{3EA0F4E3-EB89-4C51-A316-45585AA4EF9A}" destId="{6BE580CB-9DFD-4D3C-B8AF-05B037DD3873}" srcOrd="4" destOrd="0" presId="urn:microsoft.com/office/officeart/2018/5/layout/IconCircleLabelList"/>
    <dgm:cxn modelId="{55FA0732-7184-4E0F-AD99-E83A06F74C45}" type="presParOf" srcId="{6BE580CB-9DFD-4D3C-B8AF-05B037DD3873}" destId="{D3AE8712-5B7E-4E11-89F4-17DA6EF66CEF}" srcOrd="0" destOrd="0" presId="urn:microsoft.com/office/officeart/2018/5/layout/IconCircleLabelList"/>
    <dgm:cxn modelId="{CFD276AC-FE13-4EBE-B944-4BC80A83704A}" type="presParOf" srcId="{6BE580CB-9DFD-4D3C-B8AF-05B037DD3873}" destId="{36A7D919-DF03-4B49-8F14-38C4A0006508}" srcOrd="1" destOrd="0" presId="urn:microsoft.com/office/officeart/2018/5/layout/IconCircleLabelList"/>
    <dgm:cxn modelId="{F6CB4C16-0960-45CC-8286-50C69978126A}" type="presParOf" srcId="{6BE580CB-9DFD-4D3C-B8AF-05B037DD3873}" destId="{6FD1A84F-E0FF-45AE-923B-A347A4ED0D0D}" srcOrd="2" destOrd="0" presId="urn:microsoft.com/office/officeart/2018/5/layout/IconCircleLabelList"/>
    <dgm:cxn modelId="{73CD6CEE-09A8-4036-AC6F-65C712F592FA}" type="presParOf" srcId="{6BE580CB-9DFD-4D3C-B8AF-05B037DD3873}" destId="{2D272907-61B3-4DE0-8DE0-73B62498EF7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160609-83F8-424A-B302-89728596BE6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3A238C5-522A-4A7E-B423-94968E66FF38}">
      <dgm:prSet/>
      <dgm:spPr/>
      <dgm:t>
        <a:bodyPr/>
        <a:lstStyle/>
        <a:p>
          <a:r>
            <a:rPr lang="en-US"/>
            <a:t>Milhares de mortos</a:t>
          </a:r>
        </a:p>
      </dgm:t>
    </dgm:pt>
    <dgm:pt modelId="{C843655A-2478-44B6-A258-F34D026F4CCB}" type="parTrans" cxnId="{655376BE-289A-4F03-B749-4CF2B0E7A722}">
      <dgm:prSet/>
      <dgm:spPr/>
      <dgm:t>
        <a:bodyPr/>
        <a:lstStyle/>
        <a:p>
          <a:endParaRPr lang="en-US"/>
        </a:p>
      </dgm:t>
    </dgm:pt>
    <dgm:pt modelId="{D9274C5E-3BF0-4809-87A9-9874A5FC8D77}" type="sibTrans" cxnId="{655376BE-289A-4F03-B749-4CF2B0E7A722}">
      <dgm:prSet/>
      <dgm:spPr/>
      <dgm:t>
        <a:bodyPr/>
        <a:lstStyle/>
        <a:p>
          <a:endParaRPr lang="en-US"/>
        </a:p>
      </dgm:t>
    </dgm:pt>
    <dgm:pt modelId="{EC3D7165-975B-4BBC-85B6-E2C22137AC2B}">
      <dgm:prSet/>
      <dgm:spPr/>
      <dgm:t>
        <a:bodyPr/>
        <a:lstStyle/>
        <a:p>
          <a:r>
            <a:rPr lang="en-US"/>
            <a:t>Destruição urbana</a:t>
          </a:r>
        </a:p>
      </dgm:t>
    </dgm:pt>
    <dgm:pt modelId="{DF9397CC-784C-4648-B5F7-90F648BB7238}" type="parTrans" cxnId="{4B455250-6A34-44D8-B4CF-D731F66FE4A6}">
      <dgm:prSet/>
      <dgm:spPr/>
      <dgm:t>
        <a:bodyPr/>
        <a:lstStyle/>
        <a:p>
          <a:endParaRPr lang="en-US"/>
        </a:p>
      </dgm:t>
    </dgm:pt>
    <dgm:pt modelId="{BB092A7B-B3A6-4F5E-B209-7BA1968A0EC9}" type="sibTrans" cxnId="{4B455250-6A34-44D8-B4CF-D731F66FE4A6}">
      <dgm:prSet/>
      <dgm:spPr/>
      <dgm:t>
        <a:bodyPr/>
        <a:lstStyle/>
        <a:p>
          <a:endParaRPr lang="en-US"/>
        </a:p>
      </dgm:t>
    </dgm:pt>
    <dgm:pt modelId="{6A0B7312-4CF4-4AFB-8242-4E567851C722}">
      <dgm:prSet/>
      <dgm:spPr/>
      <dgm:t>
        <a:bodyPr/>
        <a:lstStyle/>
        <a:p>
          <a:r>
            <a:rPr lang="en-US"/>
            <a:t>Rendição do Japão</a:t>
          </a:r>
        </a:p>
      </dgm:t>
    </dgm:pt>
    <dgm:pt modelId="{F4557EFA-C4C8-40A1-A541-F95860BF941E}" type="parTrans" cxnId="{D1E0A84F-46CF-4BF5-8FBE-A0E22A59C38C}">
      <dgm:prSet/>
      <dgm:spPr/>
      <dgm:t>
        <a:bodyPr/>
        <a:lstStyle/>
        <a:p>
          <a:endParaRPr lang="en-US"/>
        </a:p>
      </dgm:t>
    </dgm:pt>
    <dgm:pt modelId="{419D0115-675A-4201-B330-E68AF9AE5C65}" type="sibTrans" cxnId="{D1E0A84F-46CF-4BF5-8FBE-A0E22A59C38C}">
      <dgm:prSet/>
      <dgm:spPr/>
      <dgm:t>
        <a:bodyPr/>
        <a:lstStyle/>
        <a:p>
          <a:endParaRPr lang="en-US"/>
        </a:p>
      </dgm:t>
    </dgm:pt>
    <dgm:pt modelId="{EDE8888C-CB57-4D96-A0E0-E84A5B352077}" type="pres">
      <dgm:prSet presAssocID="{62160609-83F8-424A-B302-89728596BE6D}" presName="linear" presStyleCnt="0">
        <dgm:presLayoutVars>
          <dgm:animLvl val="lvl"/>
          <dgm:resizeHandles val="exact"/>
        </dgm:presLayoutVars>
      </dgm:prSet>
      <dgm:spPr/>
    </dgm:pt>
    <dgm:pt modelId="{409DC3B6-AB35-4FD4-A9D1-42F0B6E12A7F}" type="pres">
      <dgm:prSet presAssocID="{23A238C5-522A-4A7E-B423-94968E66FF3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2C955BF-8FA0-4B1B-81FE-09558F6E3735}" type="pres">
      <dgm:prSet presAssocID="{D9274C5E-3BF0-4809-87A9-9874A5FC8D77}" presName="spacer" presStyleCnt="0"/>
      <dgm:spPr/>
    </dgm:pt>
    <dgm:pt modelId="{E4F7AE5E-66FE-4A53-9F22-74A9D3DE2484}" type="pres">
      <dgm:prSet presAssocID="{EC3D7165-975B-4BBC-85B6-E2C22137AC2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B578593-31E8-4161-A022-14C75C6DE297}" type="pres">
      <dgm:prSet presAssocID="{BB092A7B-B3A6-4F5E-B209-7BA1968A0EC9}" presName="spacer" presStyleCnt="0"/>
      <dgm:spPr/>
    </dgm:pt>
    <dgm:pt modelId="{76BFAA2B-B690-469B-9F91-777B3EEFE2C2}" type="pres">
      <dgm:prSet presAssocID="{6A0B7312-4CF4-4AFB-8242-4E567851C72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B16DD6A-E87D-41D6-9181-94B26ED0DE09}" type="presOf" srcId="{6A0B7312-4CF4-4AFB-8242-4E567851C722}" destId="{76BFAA2B-B690-469B-9F91-777B3EEFE2C2}" srcOrd="0" destOrd="0" presId="urn:microsoft.com/office/officeart/2005/8/layout/vList2"/>
    <dgm:cxn modelId="{D1E0A84F-46CF-4BF5-8FBE-A0E22A59C38C}" srcId="{62160609-83F8-424A-B302-89728596BE6D}" destId="{6A0B7312-4CF4-4AFB-8242-4E567851C722}" srcOrd="2" destOrd="0" parTransId="{F4557EFA-C4C8-40A1-A541-F95860BF941E}" sibTransId="{419D0115-675A-4201-B330-E68AF9AE5C65}"/>
    <dgm:cxn modelId="{4B455250-6A34-44D8-B4CF-D731F66FE4A6}" srcId="{62160609-83F8-424A-B302-89728596BE6D}" destId="{EC3D7165-975B-4BBC-85B6-E2C22137AC2B}" srcOrd="1" destOrd="0" parTransId="{DF9397CC-784C-4648-B5F7-90F648BB7238}" sibTransId="{BB092A7B-B3A6-4F5E-B209-7BA1968A0EC9}"/>
    <dgm:cxn modelId="{6912CDA9-3310-4F99-9E8A-CF9C8318C20F}" type="presOf" srcId="{23A238C5-522A-4A7E-B423-94968E66FF38}" destId="{409DC3B6-AB35-4FD4-A9D1-42F0B6E12A7F}" srcOrd="0" destOrd="0" presId="urn:microsoft.com/office/officeart/2005/8/layout/vList2"/>
    <dgm:cxn modelId="{3BFC0BB6-6037-4D42-960F-8A0308EF6F37}" type="presOf" srcId="{62160609-83F8-424A-B302-89728596BE6D}" destId="{EDE8888C-CB57-4D96-A0E0-E84A5B352077}" srcOrd="0" destOrd="0" presId="urn:microsoft.com/office/officeart/2005/8/layout/vList2"/>
    <dgm:cxn modelId="{655376BE-289A-4F03-B749-4CF2B0E7A722}" srcId="{62160609-83F8-424A-B302-89728596BE6D}" destId="{23A238C5-522A-4A7E-B423-94968E66FF38}" srcOrd="0" destOrd="0" parTransId="{C843655A-2478-44B6-A258-F34D026F4CCB}" sibTransId="{D9274C5E-3BF0-4809-87A9-9874A5FC8D77}"/>
    <dgm:cxn modelId="{DFB0CFCC-A512-4C4B-B24F-6625318EB4B3}" type="presOf" srcId="{EC3D7165-975B-4BBC-85B6-E2C22137AC2B}" destId="{E4F7AE5E-66FE-4A53-9F22-74A9D3DE2484}" srcOrd="0" destOrd="0" presId="urn:microsoft.com/office/officeart/2005/8/layout/vList2"/>
    <dgm:cxn modelId="{B67C2F63-B488-424A-A228-85A9774F6AFF}" type="presParOf" srcId="{EDE8888C-CB57-4D96-A0E0-E84A5B352077}" destId="{409DC3B6-AB35-4FD4-A9D1-42F0B6E12A7F}" srcOrd="0" destOrd="0" presId="urn:microsoft.com/office/officeart/2005/8/layout/vList2"/>
    <dgm:cxn modelId="{BE33F8DA-2149-4CFF-AD43-A505A866E2A5}" type="presParOf" srcId="{EDE8888C-CB57-4D96-A0E0-E84A5B352077}" destId="{42C955BF-8FA0-4B1B-81FE-09558F6E3735}" srcOrd="1" destOrd="0" presId="urn:microsoft.com/office/officeart/2005/8/layout/vList2"/>
    <dgm:cxn modelId="{E2AF9FAD-A864-4A6A-83C1-C9DEBEBFDDD8}" type="presParOf" srcId="{EDE8888C-CB57-4D96-A0E0-E84A5B352077}" destId="{E4F7AE5E-66FE-4A53-9F22-74A9D3DE2484}" srcOrd="2" destOrd="0" presId="urn:microsoft.com/office/officeart/2005/8/layout/vList2"/>
    <dgm:cxn modelId="{04673C12-319D-4691-BF1B-2C9844AF800C}" type="presParOf" srcId="{EDE8888C-CB57-4D96-A0E0-E84A5B352077}" destId="{CB578593-31E8-4161-A022-14C75C6DE297}" srcOrd="3" destOrd="0" presId="urn:microsoft.com/office/officeart/2005/8/layout/vList2"/>
    <dgm:cxn modelId="{493B9091-AE7B-445D-BEA9-C877B7131A85}" type="presParOf" srcId="{EDE8888C-CB57-4D96-A0E0-E84A5B352077}" destId="{76BFAA2B-B690-469B-9F91-777B3EEFE2C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428500E-309B-45E5-9A69-713BE977166B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D27D90D-BA84-4924-8569-9286DB81779D}">
      <dgm:prSet/>
      <dgm:spPr/>
      <dgm:t>
        <a:bodyPr/>
        <a:lstStyle/>
        <a:p>
          <a:r>
            <a:rPr lang="en-US"/>
            <a:t>Problemas de saúde</a:t>
          </a:r>
        </a:p>
      </dgm:t>
    </dgm:pt>
    <dgm:pt modelId="{BF1DD77F-1C67-42B3-81D7-5927A1386114}" type="parTrans" cxnId="{F8064986-8981-4CFD-A91F-A29D5C9C2224}">
      <dgm:prSet/>
      <dgm:spPr/>
      <dgm:t>
        <a:bodyPr/>
        <a:lstStyle/>
        <a:p>
          <a:endParaRPr lang="en-US"/>
        </a:p>
      </dgm:t>
    </dgm:pt>
    <dgm:pt modelId="{2D18A835-EB68-409B-B550-BD6477EEA725}" type="sibTrans" cxnId="{F8064986-8981-4CFD-A91F-A29D5C9C2224}">
      <dgm:prSet/>
      <dgm:spPr/>
      <dgm:t>
        <a:bodyPr/>
        <a:lstStyle/>
        <a:p>
          <a:endParaRPr lang="en-US"/>
        </a:p>
      </dgm:t>
    </dgm:pt>
    <dgm:pt modelId="{1E755F63-1C95-4EA4-99D2-60EA50DB5503}">
      <dgm:prSet/>
      <dgm:spPr/>
      <dgm:t>
        <a:bodyPr/>
        <a:lstStyle/>
        <a:p>
          <a:r>
            <a:rPr lang="en-US"/>
            <a:t>Impactos sociais</a:t>
          </a:r>
        </a:p>
      </dgm:t>
    </dgm:pt>
    <dgm:pt modelId="{61F8D755-AE2C-4EBC-A119-BF75D39B2036}" type="parTrans" cxnId="{EDB3C66E-5611-4B3D-9F8C-CCFEEE7C3AB4}">
      <dgm:prSet/>
      <dgm:spPr/>
      <dgm:t>
        <a:bodyPr/>
        <a:lstStyle/>
        <a:p>
          <a:endParaRPr lang="en-US"/>
        </a:p>
      </dgm:t>
    </dgm:pt>
    <dgm:pt modelId="{BB7F7810-12D6-4FAC-9820-17E5E855508D}" type="sibTrans" cxnId="{EDB3C66E-5611-4B3D-9F8C-CCFEEE7C3AB4}">
      <dgm:prSet/>
      <dgm:spPr/>
      <dgm:t>
        <a:bodyPr/>
        <a:lstStyle/>
        <a:p>
          <a:endParaRPr lang="en-US"/>
        </a:p>
      </dgm:t>
    </dgm:pt>
    <dgm:pt modelId="{064F81A5-3617-4C64-8F12-D80E6B8383D3}">
      <dgm:prSet/>
      <dgm:spPr/>
      <dgm:t>
        <a:bodyPr/>
        <a:lstStyle/>
        <a:p>
          <a:r>
            <a:rPr lang="en-US"/>
            <a:t>Início da Era Nuclear</a:t>
          </a:r>
        </a:p>
      </dgm:t>
    </dgm:pt>
    <dgm:pt modelId="{38D73B80-1C24-4145-8D8B-690EB1C7D73C}" type="parTrans" cxnId="{5148354A-96F3-4ED4-85F9-F3F0BBBFFC54}">
      <dgm:prSet/>
      <dgm:spPr/>
      <dgm:t>
        <a:bodyPr/>
        <a:lstStyle/>
        <a:p>
          <a:endParaRPr lang="en-US"/>
        </a:p>
      </dgm:t>
    </dgm:pt>
    <dgm:pt modelId="{D89583FE-AD81-48FC-B2B2-66E80F2396A5}" type="sibTrans" cxnId="{5148354A-96F3-4ED4-85F9-F3F0BBBFFC54}">
      <dgm:prSet/>
      <dgm:spPr/>
      <dgm:t>
        <a:bodyPr/>
        <a:lstStyle/>
        <a:p>
          <a:endParaRPr lang="en-US"/>
        </a:p>
      </dgm:t>
    </dgm:pt>
    <dgm:pt modelId="{5F7C36D2-2B7B-439E-913E-DB324FE5E722}" type="pres">
      <dgm:prSet presAssocID="{5428500E-309B-45E5-9A69-713BE977166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DD76C7-B431-42D0-B5B6-778A89534723}" type="pres">
      <dgm:prSet presAssocID="{0D27D90D-BA84-4924-8569-9286DB81779D}" presName="hierRoot1" presStyleCnt="0"/>
      <dgm:spPr/>
    </dgm:pt>
    <dgm:pt modelId="{DC007896-B1F3-44F7-B3D0-3BB064F1EF1F}" type="pres">
      <dgm:prSet presAssocID="{0D27D90D-BA84-4924-8569-9286DB81779D}" presName="composite" presStyleCnt="0"/>
      <dgm:spPr/>
    </dgm:pt>
    <dgm:pt modelId="{2F264C8B-999C-41C3-8BFE-2EA4CB33448E}" type="pres">
      <dgm:prSet presAssocID="{0D27D90D-BA84-4924-8569-9286DB81779D}" presName="background" presStyleLbl="node0" presStyleIdx="0" presStyleCnt="3"/>
      <dgm:spPr/>
    </dgm:pt>
    <dgm:pt modelId="{AF96A3DA-A2A3-4255-A20F-8B3EB1C3C25B}" type="pres">
      <dgm:prSet presAssocID="{0D27D90D-BA84-4924-8569-9286DB81779D}" presName="text" presStyleLbl="fgAcc0" presStyleIdx="0" presStyleCnt="3">
        <dgm:presLayoutVars>
          <dgm:chPref val="3"/>
        </dgm:presLayoutVars>
      </dgm:prSet>
      <dgm:spPr/>
    </dgm:pt>
    <dgm:pt modelId="{0764110B-26A9-4459-A431-0875844E0733}" type="pres">
      <dgm:prSet presAssocID="{0D27D90D-BA84-4924-8569-9286DB81779D}" presName="hierChild2" presStyleCnt="0"/>
      <dgm:spPr/>
    </dgm:pt>
    <dgm:pt modelId="{8E207008-7953-4DC7-8C21-AEF76ED53425}" type="pres">
      <dgm:prSet presAssocID="{1E755F63-1C95-4EA4-99D2-60EA50DB5503}" presName="hierRoot1" presStyleCnt="0"/>
      <dgm:spPr/>
    </dgm:pt>
    <dgm:pt modelId="{B78E07AE-EB27-4A89-9F35-24D911D82B92}" type="pres">
      <dgm:prSet presAssocID="{1E755F63-1C95-4EA4-99D2-60EA50DB5503}" presName="composite" presStyleCnt="0"/>
      <dgm:spPr/>
    </dgm:pt>
    <dgm:pt modelId="{B0612868-D478-4F20-BA89-8DAAF4B94964}" type="pres">
      <dgm:prSet presAssocID="{1E755F63-1C95-4EA4-99D2-60EA50DB5503}" presName="background" presStyleLbl="node0" presStyleIdx="1" presStyleCnt="3"/>
      <dgm:spPr/>
    </dgm:pt>
    <dgm:pt modelId="{FFE288AD-FFE7-4139-B3A0-8E4F455590CC}" type="pres">
      <dgm:prSet presAssocID="{1E755F63-1C95-4EA4-99D2-60EA50DB5503}" presName="text" presStyleLbl="fgAcc0" presStyleIdx="1" presStyleCnt="3">
        <dgm:presLayoutVars>
          <dgm:chPref val="3"/>
        </dgm:presLayoutVars>
      </dgm:prSet>
      <dgm:spPr/>
    </dgm:pt>
    <dgm:pt modelId="{2F95CA78-A829-4C15-B76B-0BEA53C3ABFE}" type="pres">
      <dgm:prSet presAssocID="{1E755F63-1C95-4EA4-99D2-60EA50DB5503}" presName="hierChild2" presStyleCnt="0"/>
      <dgm:spPr/>
    </dgm:pt>
    <dgm:pt modelId="{F450A640-048F-4B02-9567-B6A86D1B86BA}" type="pres">
      <dgm:prSet presAssocID="{064F81A5-3617-4C64-8F12-D80E6B8383D3}" presName="hierRoot1" presStyleCnt="0"/>
      <dgm:spPr/>
    </dgm:pt>
    <dgm:pt modelId="{C5EB7560-CCF9-4DBB-9747-DD7DE5C946E8}" type="pres">
      <dgm:prSet presAssocID="{064F81A5-3617-4C64-8F12-D80E6B8383D3}" presName="composite" presStyleCnt="0"/>
      <dgm:spPr/>
    </dgm:pt>
    <dgm:pt modelId="{D9392F9A-ED0D-4044-A509-E8FDDCD23B0C}" type="pres">
      <dgm:prSet presAssocID="{064F81A5-3617-4C64-8F12-D80E6B8383D3}" presName="background" presStyleLbl="node0" presStyleIdx="2" presStyleCnt="3"/>
      <dgm:spPr/>
    </dgm:pt>
    <dgm:pt modelId="{E1963310-6AA1-426F-85BD-285FB1AF17A8}" type="pres">
      <dgm:prSet presAssocID="{064F81A5-3617-4C64-8F12-D80E6B8383D3}" presName="text" presStyleLbl="fgAcc0" presStyleIdx="2" presStyleCnt="3">
        <dgm:presLayoutVars>
          <dgm:chPref val="3"/>
        </dgm:presLayoutVars>
      </dgm:prSet>
      <dgm:spPr/>
    </dgm:pt>
    <dgm:pt modelId="{89713841-76F1-442D-B128-0F16FC3D4DD1}" type="pres">
      <dgm:prSet presAssocID="{064F81A5-3617-4C64-8F12-D80E6B8383D3}" presName="hierChild2" presStyleCnt="0"/>
      <dgm:spPr/>
    </dgm:pt>
  </dgm:ptLst>
  <dgm:cxnLst>
    <dgm:cxn modelId="{5148354A-96F3-4ED4-85F9-F3F0BBBFFC54}" srcId="{5428500E-309B-45E5-9A69-713BE977166B}" destId="{064F81A5-3617-4C64-8F12-D80E6B8383D3}" srcOrd="2" destOrd="0" parTransId="{38D73B80-1C24-4145-8D8B-690EB1C7D73C}" sibTransId="{D89583FE-AD81-48FC-B2B2-66E80F2396A5}"/>
    <dgm:cxn modelId="{EDB3C66E-5611-4B3D-9F8C-CCFEEE7C3AB4}" srcId="{5428500E-309B-45E5-9A69-713BE977166B}" destId="{1E755F63-1C95-4EA4-99D2-60EA50DB5503}" srcOrd="1" destOrd="0" parTransId="{61F8D755-AE2C-4EBC-A119-BF75D39B2036}" sibTransId="{BB7F7810-12D6-4FAC-9820-17E5E855508D}"/>
    <dgm:cxn modelId="{BF6EA951-F0BE-4686-8DC9-018C594E93EB}" type="presOf" srcId="{5428500E-309B-45E5-9A69-713BE977166B}" destId="{5F7C36D2-2B7B-439E-913E-DB324FE5E722}" srcOrd="0" destOrd="0" presId="urn:microsoft.com/office/officeart/2005/8/layout/hierarchy1"/>
    <dgm:cxn modelId="{F8064986-8981-4CFD-A91F-A29D5C9C2224}" srcId="{5428500E-309B-45E5-9A69-713BE977166B}" destId="{0D27D90D-BA84-4924-8569-9286DB81779D}" srcOrd="0" destOrd="0" parTransId="{BF1DD77F-1C67-42B3-81D7-5927A1386114}" sibTransId="{2D18A835-EB68-409B-B550-BD6477EEA725}"/>
    <dgm:cxn modelId="{782F80BF-072E-4AAD-8375-7ED8D768BF88}" type="presOf" srcId="{1E755F63-1C95-4EA4-99D2-60EA50DB5503}" destId="{FFE288AD-FFE7-4139-B3A0-8E4F455590CC}" srcOrd="0" destOrd="0" presId="urn:microsoft.com/office/officeart/2005/8/layout/hierarchy1"/>
    <dgm:cxn modelId="{1F1696CA-3D56-42C3-ADC4-6DC8EA595195}" type="presOf" srcId="{064F81A5-3617-4C64-8F12-D80E6B8383D3}" destId="{E1963310-6AA1-426F-85BD-285FB1AF17A8}" srcOrd="0" destOrd="0" presId="urn:microsoft.com/office/officeart/2005/8/layout/hierarchy1"/>
    <dgm:cxn modelId="{2E9F0FFE-BF4F-4984-9317-E8C704042CE1}" type="presOf" srcId="{0D27D90D-BA84-4924-8569-9286DB81779D}" destId="{AF96A3DA-A2A3-4255-A20F-8B3EB1C3C25B}" srcOrd="0" destOrd="0" presId="urn:microsoft.com/office/officeart/2005/8/layout/hierarchy1"/>
    <dgm:cxn modelId="{88B017FF-D2BC-4C6E-8BA8-A48C97F3DFBE}" type="presParOf" srcId="{5F7C36D2-2B7B-439E-913E-DB324FE5E722}" destId="{A9DD76C7-B431-42D0-B5B6-778A89534723}" srcOrd="0" destOrd="0" presId="urn:microsoft.com/office/officeart/2005/8/layout/hierarchy1"/>
    <dgm:cxn modelId="{A53B400F-2118-4EF4-B52A-1494E510A423}" type="presParOf" srcId="{A9DD76C7-B431-42D0-B5B6-778A89534723}" destId="{DC007896-B1F3-44F7-B3D0-3BB064F1EF1F}" srcOrd="0" destOrd="0" presId="urn:microsoft.com/office/officeart/2005/8/layout/hierarchy1"/>
    <dgm:cxn modelId="{079B61A8-9D4F-4F51-8331-CE1E223BBD4C}" type="presParOf" srcId="{DC007896-B1F3-44F7-B3D0-3BB064F1EF1F}" destId="{2F264C8B-999C-41C3-8BFE-2EA4CB33448E}" srcOrd="0" destOrd="0" presId="urn:microsoft.com/office/officeart/2005/8/layout/hierarchy1"/>
    <dgm:cxn modelId="{DF168965-A73F-4D9D-87FB-FA655B1429E8}" type="presParOf" srcId="{DC007896-B1F3-44F7-B3D0-3BB064F1EF1F}" destId="{AF96A3DA-A2A3-4255-A20F-8B3EB1C3C25B}" srcOrd="1" destOrd="0" presId="urn:microsoft.com/office/officeart/2005/8/layout/hierarchy1"/>
    <dgm:cxn modelId="{27FC5D0E-92C5-45CB-BB85-67E4E0164C39}" type="presParOf" srcId="{A9DD76C7-B431-42D0-B5B6-778A89534723}" destId="{0764110B-26A9-4459-A431-0875844E0733}" srcOrd="1" destOrd="0" presId="urn:microsoft.com/office/officeart/2005/8/layout/hierarchy1"/>
    <dgm:cxn modelId="{FCA47791-A672-466F-8878-A38088EE83B1}" type="presParOf" srcId="{5F7C36D2-2B7B-439E-913E-DB324FE5E722}" destId="{8E207008-7953-4DC7-8C21-AEF76ED53425}" srcOrd="1" destOrd="0" presId="urn:microsoft.com/office/officeart/2005/8/layout/hierarchy1"/>
    <dgm:cxn modelId="{C0C6ED56-E613-42D4-AB0C-E9C84DE90801}" type="presParOf" srcId="{8E207008-7953-4DC7-8C21-AEF76ED53425}" destId="{B78E07AE-EB27-4A89-9F35-24D911D82B92}" srcOrd="0" destOrd="0" presId="urn:microsoft.com/office/officeart/2005/8/layout/hierarchy1"/>
    <dgm:cxn modelId="{49B7A1D2-AEA2-4824-BE69-7474D08C693B}" type="presParOf" srcId="{B78E07AE-EB27-4A89-9F35-24D911D82B92}" destId="{B0612868-D478-4F20-BA89-8DAAF4B94964}" srcOrd="0" destOrd="0" presId="urn:microsoft.com/office/officeart/2005/8/layout/hierarchy1"/>
    <dgm:cxn modelId="{CB7B6F5F-2995-45E5-BDFF-B93DE5F2B3DD}" type="presParOf" srcId="{B78E07AE-EB27-4A89-9F35-24D911D82B92}" destId="{FFE288AD-FFE7-4139-B3A0-8E4F455590CC}" srcOrd="1" destOrd="0" presId="urn:microsoft.com/office/officeart/2005/8/layout/hierarchy1"/>
    <dgm:cxn modelId="{15DA32AD-6CB5-4CE8-ADCA-8C850E9D710D}" type="presParOf" srcId="{8E207008-7953-4DC7-8C21-AEF76ED53425}" destId="{2F95CA78-A829-4C15-B76B-0BEA53C3ABFE}" srcOrd="1" destOrd="0" presId="urn:microsoft.com/office/officeart/2005/8/layout/hierarchy1"/>
    <dgm:cxn modelId="{9CFA00DF-A0DA-4C0E-A463-E59A1DAA31A8}" type="presParOf" srcId="{5F7C36D2-2B7B-439E-913E-DB324FE5E722}" destId="{F450A640-048F-4B02-9567-B6A86D1B86BA}" srcOrd="2" destOrd="0" presId="urn:microsoft.com/office/officeart/2005/8/layout/hierarchy1"/>
    <dgm:cxn modelId="{C7490AD0-34BA-4000-867B-B0CFF84F5F28}" type="presParOf" srcId="{F450A640-048F-4B02-9567-B6A86D1B86BA}" destId="{C5EB7560-CCF9-4DBB-9747-DD7DE5C946E8}" srcOrd="0" destOrd="0" presId="urn:microsoft.com/office/officeart/2005/8/layout/hierarchy1"/>
    <dgm:cxn modelId="{756FB773-8F0F-4AFD-ABA1-E5C0810D5B05}" type="presParOf" srcId="{C5EB7560-CCF9-4DBB-9747-DD7DE5C946E8}" destId="{D9392F9A-ED0D-4044-A509-E8FDDCD23B0C}" srcOrd="0" destOrd="0" presId="urn:microsoft.com/office/officeart/2005/8/layout/hierarchy1"/>
    <dgm:cxn modelId="{5312814A-BA0E-43A1-B256-B6ACBB005FFF}" type="presParOf" srcId="{C5EB7560-CCF9-4DBB-9747-DD7DE5C946E8}" destId="{E1963310-6AA1-426F-85BD-285FB1AF17A8}" srcOrd="1" destOrd="0" presId="urn:microsoft.com/office/officeart/2005/8/layout/hierarchy1"/>
    <dgm:cxn modelId="{F60CDFEB-9B08-4B94-8DFD-65CEC2EF5C6A}" type="presParOf" srcId="{F450A640-048F-4B02-9567-B6A86D1B86BA}" destId="{89713841-76F1-442D-B128-0F16FC3D4DD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F960CA9-73B8-426A-951F-88D8EFC1460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4F44CF3-3936-4421-9130-E4DE1566FBF1}">
      <dgm:prSet/>
      <dgm:spPr/>
      <dgm:t>
        <a:bodyPr/>
        <a:lstStyle/>
        <a:p>
          <a:r>
            <a:rPr lang="en-US"/>
            <a:t>A ciência sempre deve ser usada na guerra?</a:t>
          </a:r>
        </a:p>
      </dgm:t>
    </dgm:pt>
    <dgm:pt modelId="{EBC3255A-DE59-40C8-9490-815B29E8EB77}" type="parTrans" cxnId="{C07361CA-0460-422F-AC21-1C1C1032062B}">
      <dgm:prSet/>
      <dgm:spPr/>
      <dgm:t>
        <a:bodyPr/>
        <a:lstStyle/>
        <a:p>
          <a:endParaRPr lang="en-US"/>
        </a:p>
      </dgm:t>
    </dgm:pt>
    <dgm:pt modelId="{A4AFC0D3-A51A-4E02-B557-EA74B9B0ED5C}" type="sibTrans" cxnId="{C07361CA-0460-422F-AC21-1C1C1032062B}">
      <dgm:prSet/>
      <dgm:spPr/>
      <dgm:t>
        <a:bodyPr/>
        <a:lstStyle/>
        <a:p>
          <a:endParaRPr lang="en-US"/>
        </a:p>
      </dgm:t>
    </dgm:pt>
    <dgm:pt modelId="{55744572-A24A-4210-9D4C-26BF91B2BB0E}">
      <dgm:prSet/>
      <dgm:spPr/>
      <dgm:t>
        <a:bodyPr/>
        <a:lstStyle/>
        <a:p>
          <a:r>
            <a:rPr lang="en-US"/>
            <a:t>O uso da bomba pode ser justificado?</a:t>
          </a:r>
        </a:p>
      </dgm:t>
    </dgm:pt>
    <dgm:pt modelId="{3FBBC2F2-F8E8-4A82-BDC7-F338943BF128}" type="parTrans" cxnId="{966744BF-0627-401D-B519-819C4829AC1A}">
      <dgm:prSet/>
      <dgm:spPr/>
      <dgm:t>
        <a:bodyPr/>
        <a:lstStyle/>
        <a:p>
          <a:endParaRPr lang="en-US"/>
        </a:p>
      </dgm:t>
    </dgm:pt>
    <dgm:pt modelId="{75B698BA-E2B4-4609-949B-C24A81B26E2F}" type="sibTrans" cxnId="{966744BF-0627-401D-B519-819C4829AC1A}">
      <dgm:prSet/>
      <dgm:spPr/>
      <dgm:t>
        <a:bodyPr/>
        <a:lstStyle/>
        <a:p>
          <a:endParaRPr lang="en-US"/>
        </a:p>
      </dgm:t>
    </dgm:pt>
    <dgm:pt modelId="{DDAE09EF-3332-4727-A0E6-0C1AF77715BD}" type="pres">
      <dgm:prSet presAssocID="{4F960CA9-73B8-426A-951F-88D8EFC14608}" presName="linear" presStyleCnt="0">
        <dgm:presLayoutVars>
          <dgm:animLvl val="lvl"/>
          <dgm:resizeHandles val="exact"/>
        </dgm:presLayoutVars>
      </dgm:prSet>
      <dgm:spPr/>
    </dgm:pt>
    <dgm:pt modelId="{C47070DF-F135-49C8-B7D9-1F9C25FEC2A1}" type="pres">
      <dgm:prSet presAssocID="{D4F44CF3-3936-4421-9130-E4DE1566FBF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828DF52-1110-4010-BE80-02AFD7D579CD}" type="pres">
      <dgm:prSet presAssocID="{A4AFC0D3-A51A-4E02-B557-EA74B9B0ED5C}" presName="spacer" presStyleCnt="0"/>
      <dgm:spPr/>
    </dgm:pt>
    <dgm:pt modelId="{6595171E-EBC3-434B-AFC6-B4B751AE19A3}" type="pres">
      <dgm:prSet presAssocID="{55744572-A24A-4210-9D4C-26BF91B2BB0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7630A2A-68C1-43B7-9237-76A2718825E5}" type="presOf" srcId="{55744572-A24A-4210-9D4C-26BF91B2BB0E}" destId="{6595171E-EBC3-434B-AFC6-B4B751AE19A3}" srcOrd="0" destOrd="0" presId="urn:microsoft.com/office/officeart/2005/8/layout/vList2"/>
    <dgm:cxn modelId="{45F17379-D396-463C-AB67-10C0C6BF7E70}" type="presOf" srcId="{4F960CA9-73B8-426A-951F-88D8EFC14608}" destId="{DDAE09EF-3332-4727-A0E6-0C1AF77715BD}" srcOrd="0" destOrd="0" presId="urn:microsoft.com/office/officeart/2005/8/layout/vList2"/>
    <dgm:cxn modelId="{966744BF-0627-401D-B519-819C4829AC1A}" srcId="{4F960CA9-73B8-426A-951F-88D8EFC14608}" destId="{55744572-A24A-4210-9D4C-26BF91B2BB0E}" srcOrd="1" destOrd="0" parTransId="{3FBBC2F2-F8E8-4A82-BDC7-F338943BF128}" sibTransId="{75B698BA-E2B4-4609-949B-C24A81B26E2F}"/>
    <dgm:cxn modelId="{C07361CA-0460-422F-AC21-1C1C1032062B}" srcId="{4F960CA9-73B8-426A-951F-88D8EFC14608}" destId="{D4F44CF3-3936-4421-9130-E4DE1566FBF1}" srcOrd="0" destOrd="0" parTransId="{EBC3255A-DE59-40C8-9490-815B29E8EB77}" sibTransId="{A4AFC0D3-A51A-4E02-B557-EA74B9B0ED5C}"/>
    <dgm:cxn modelId="{B53180CD-A00E-423F-A4A0-36EE7E75EDFD}" type="presOf" srcId="{D4F44CF3-3936-4421-9130-E4DE1566FBF1}" destId="{C47070DF-F135-49C8-B7D9-1F9C25FEC2A1}" srcOrd="0" destOrd="0" presId="urn:microsoft.com/office/officeart/2005/8/layout/vList2"/>
    <dgm:cxn modelId="{0DD8D16A-E7C9-476A-95C0-6A1AE413DAF0}" type="presParOf" srcId="{DDAE09EF-3332-4727-A0E6-0C1AF77715BD}" destId="{C47070DF-F135-49C8-B7D9-1F9C25FEC2A1}" srcOrd="0" destOrd="0" presId="urn:microsoft.com/office/officeart/2005/8/layout/vList2"/>
    <dgm:cxn modelId="{75027D2B-7078-4E98-9F19-675D123FD32D}" type="presParOf" srcId="{DDAE09EF-3332-4727-A0E6-0C1AF77715BD}" destId="{7828DF52-1110-4010-BE80-02AFD7D579CD}" srcOrd="1" destOrd="0" presId="urn:microsoft.com/office/officeart/2005/8/layout/vList2"/>
    <dgm:cxn modelId="{710522A1-2CC4-44BA-8637-6138AC0ED619}" type="presParOf" srcId="{DDAE09EF-3332-4727-A0E6-0C1AF77715BD}" destId="{6595171E-EBC3-434B-AFC6-B4B751AE19A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9423C2A-AF97-4F6B-8EFA-384A514B667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712E91B-30C4-4543-8CA7-0CBF841E4E9D}">
      <dgm:prSet/>
      <dgm:spPr/>
      <dgm:t>
        <a:bodyPr/>
        <a:lstStyle/>
        <a:p>
          <a:r>
            <a:rPr lang="en-US"/>
            <a:t>Medo de guerras nucleares</a:t>
          </a:r>
        </a:p>
      </dgm:t>
    </dgm:pt>
    <dgm:pt modelId="{B997DDDD-E651-4C1E-B167-F5A7EAF92789}" type="parTrans" cxnId="{24C16F58-0B30-46C3-8EB5-DB74EFF9E8A1}">
      <dgm:prSet/>
      <dgm:spPr/>
      <dgm:t>
        <a:bodyPr/>
        <a:lstStyle/>
        <a:p>
          <a:endParaRPr lang="en-US"/>
        </a:p>
      </dgm:t>
    </dgm:pt>
    <dgm:pt modelId="{417856E1-60D8-42B3-B0B4-C0DF70506E1C}" type="sibTrans" cxnId="{24C16F58-0B30-46C3-8EB5-DB74EFF9E8A1}">
      <dgm:prSet/>
      <dgm:spPr/>
      <dgm:t>
        <a:bodyPr/>
        <a:lstStyle/>
        <a:p>
          <a:endParaRPr lang="en-US"/>
        </a:p>
      </dgm:t>
    </dgm:pt>
    <dgm:pt modelId="{B0D4B1FB-993B-4F94-B96B-64BE12981112}">
      <dgm:prSet/>
      <dgm:spPr/>
      <dgm:t>
        <a:bodyPr/>
        <a:lstStyle/>
        <a:p>
          <a:r>
            <a:rPr lang="en-US"/>
            <a:t>Corrida armamentista</a:t>
          </a:r>
        </a:p>
      </dgm:t>
    </dgm:pt>
    <dgm:pt modelId="{0675676A-A64A-4B88-9BE8-A49B1D586C33}" type="parTrans" cxnId="{295051C1-F828-4870-8BE4-652610468425}">
      <dgm:prSet/>
      <dgm:spPr/>
      <dgm:t>
        <a:bodyPr/>
        <a:lstStyle/>
        <a:p>
          <a:endParaRPr lang="en-US"/>
        </a:p>
      </dgm:t>
    </dgm:pt>
    <dgm:pt modelId="{0B11954D-0DA7-444D-BD82-139B1AACC25C}" type="sibTrans" cxnId="{295051C1-F828-4870-8BE4-652610468425}">
      <dgm:prSet/>
      <dgm:spPr/>
      <dgm:t>
        <a:bodyPr/>
        <a:lstStyle/>
        <a:p>
          <a:endParaRPr lang="en-US"/>
        </a:p>
      </dgm:t>
    </dgm:pt>
    <dgm:pt modelId="{68535D6F-FB9F-4ED3-9A1E-47685DC1B4BD}">
      <dgm:prSet/>
      <dgm:spPr/>
      <dgm:t>
        <a:bodyPr/>
        <a:lstStyle/>
        <a:p>
          <a:r>
            <a:rPr lang="en-US"/>
            <a:t>Busca por acordos internacionais</a:t>
          </a:r>
        </a:p>
      </dgm:t>
    </dgm:pt>
    <dgm:pt modelId="{9BA752DE-4626-4365-9363-EC734DA4D8F9}" type="parTrans" cxnId="{DE75010E-5CC6-484B-8164-581BC66F2A68}">
      <dgm:prSet/>
      <dgm:spPr/>
      <dgm:t>
        <a:bodyPr/>
        <a:lstStyle/>
        <a:p>
          <a:endParaRPr lang="en-US"/>
        </a:p>
      </dgm:t>
    </dgm:pt>
    <dgm:pt modelId="{56BFCD1B-10E3-4E7D-9435-60A6AE7F3D0A}" type="sibTrans" cxnId="{DE75010E-5CC6-484B-8164-581BC66F2A68}">
      <dgm:prSet/>
      <dgm:spPr/>
      <dgm:t>
        <a:bodyPr/>
        <a:lstStyle/>
        <a:p>
          <a:endParaRPr lang="en-US"/>
        </a:p>
      </dgm:t>
    </dgm:pt>
    <dgm:pt modelId="{957B3837-670B-478B-9E29-C34C7A8FE2C1}" type="pres">
      <dgm:prSet presAssocID="{B9423C2A-AF97-4F6B-8EFA-384A514B667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756D795-AFE7-4914-A023-4DC0DE51268F}" type="pres">
      <dgm:prSet presAssocID="{1712E91B-30C4-4543-8CA7-0CBF841E4E9D}" presName="hierRoot1" presStyleCnt="0"/>
      <dgm:spPr/>
    </dgm:pt>
    <dgm:pt modelId="{DCFEA253-0A05-4CBC-92CB-406093126970}" type="pres">
      <dgm:prSet presAssocID="{1712E91B-30C4-4543-8CA7-0CBF841E4E9D}" presName="composite" presStyleCnt="0"/>
      <dgm:spPr/>
    </dgm:pt>
    <dgm:pt modelId="{C89FCCC7-35C1-4596-8716-F387316ACE27}" type="pres">
      <dgm:prSet presAssocID="{1712E91B-30C4-4543-8CA7-0CBF841E4E9D}" presName="background" presStyleLbl="node0" presStyleIdx="0" presStyleCnt="3"/>
      <dgm:spPr/>
    </dgm:pt>
    <dgm:pt modelId="{EFC17F88-6053-47CE-A78C-C4A229D7BF75}" type="pres">
      <dgm:prSet presAssocID="{1712E91B-30C4-4543-8CA7-0CBF841E4E9D}" presName="text" presStyleLbl="fgAcc0" presStyleIdx="0" presStyleCnt="3">
        <dgm:presLayoutVars>
          <dgm:chPref val="3"/>
        </dgm:presLayoutVars>
      </dgm:prSet>
      <dgm:spPr/>
    </dgm:pt>
    <dgm:pt modelId="{C1839714-5E65-4E56-902D-AE4626A424F1}" type="pres">
      <dgm:prSet presAssocID="{1712E91B-30C4-4543-8CA7-0CBF841E4E9D}" presName="hierChild2" presStyleCnt="0"/>
      <dgm:spPr/>
    </dgm:pt>
    <dgm:pt modelId="{035A30EE-8A2C-441C-AF60-A281CC842FEB}" type="pres">
      <dgm:prSet presAssocID="{B0D4B1FB-993B-4F94-B96B-64BE12981112}" presName="hierRoot1" presStyleCnt="0"/>
      <dgm:spPr/>
    </dgm:pt>
    <dgm:pt modelId="{F25071C9-9A02-4A7C-B075-78238EF09343}" type="pres">
      <dgm:prSet presAssocID="{B0D4B1FB-993B-4F94-B96B-64BE12981112}" presName="composite" presStyleCnt="0"/>
      <dgm:spPr/>
    </dgm:pt>
    <dgm:pt modelId="{3AF25F25-7E52-43AF-95F7-155C2C2395D2}" type="pres">
      <dgm:prSet presAssocID="{B0D4B1FB-993B-4F94-B96B-64BE12981112}" presName="background" presStyleLbl="node0" presStyleIdx="1" presStyleCnt="3"/>
      <dgm:spPr/>
    </dgm:pt>
    <dgm:pt modelId="{E2026FB7-A143-4B0C-9A23-AEA0709512D9}" type="pres">
      <dgm:prSet presAssocID="{B0D4B1FB-993B-4F94-B96B-64BE12981112}" presName="text" presStyleLbl="fgAcc0" presStyleIdx="1" presStyleCnt="3">
        <dgm:presLayoutVars>
          <dgm:chPref val="3"/>
        </dgm:presLayoutVars>
      </dgm:prSet>
      <dgm:spPr/>
    </dgm:pt>
    <dgm:pt modelId="{3523FF25-523B-4D3A-AB14-ECBC09CA0455}" type="pres">
      <dgm:prSet presAssocID="{B0D4B1FB-993B-4F94-B96B-64BE12981112}" presName="hierChild2" presStyleCnt="0"/>
      <dgm:spPr/>
    </dgm:pt>
    <dgm:pt modelId="{86F34882-4305-4A3B-A84F-7712A002FC1B}" type="pres">
      <dgm:prSet presAssocID="{68535D6F-FB9F-4ED3-9A1E-47685DC1B4BD}" presName="hierRoot1" presStyleCnt="0"/>
      <dgm:spPr/>
    </dgm:pt>
    <dgm:pt modelId="{D6A3E9F4-69C9-460F-B74B-42840D18E469}" type="pres">
      <dgm:prSet presAssocID="{68535D6F-FB9F-4ED3-9A1E-47685DC1B4BD}" presName="composite" presStyleCnt="0"/>
      <dgm:spPr/>
    </dgm:pt>
    <dgm:pt modelId="{A1288120-B44A-454E-9AD4-96A189B9F701}" type="pres">
      <dgm:prSet presAssocID="{68535D6F-FB9F-4ED3-9A1E-47685DC1B4BD}" presName="background" presStyleLbl="node0" presStyleIdx="2" presStyleCnt="3"/>
      <dgm:spPr/>
    </dgm:pt>
    <dgm:pt modelId="{77F3D6E7-5355-43B6-ADB8-F19BC3B680E3}" type="pres">
      <dgm:prSet presAssocID="{68535D6F-FB9F-4ED3-9A1E-47685DC1B4BD}" presName="text" presStyleLbl="fgAcc0" presStyleIdx="2" presStyleCnt="3">
        <dgm:presLayoutVars>
          <dgm:chPref val="3"/>
        </dgm:presLayoutVars>
      </dgm:prSet>
      <dgm:spPr/>
    </dgm:pt>
    <dgm:pt modelId="{BCD56607-50FE-4511-9FF0-F4C2467A819D}" type="pres">
      <dgm:prSet presAssocID="{68535D6F-FB9F-4ED3-9A1E-47685DC1B4BD}" presName="hierChild2" presStyleCnt="0"/>
      <dgm:spPr/>
    </dgm:pt>
  </dgm:ptLst>
  <dgm:cxnLst>
    <dgm:cxn modelId="{DE75010E-5CC6-484B-8164-581BC66F2A68}" srcId="{B9423C2A-AF97-4F6B-8EFA-384A514B6678}" destId="{68535D6F-FB9F-4ED3-9A1E-47685DC1B4BD}" srcOrd="2" destOrd="0" parTransId="{9BA752DE-4626-4365-9363-EC734DA4D8F9}" sibTransId="{56BFCD1B-10E3-4E7D-9435-60A6AE7F3D0A}"/>
    <dgm:cxn modelId="{47C45045-01EF-4D47-9E90-85B1CA64C028}" type="presOf" srcId="{B0D4B1FB-993B-4F94-B96B-64BE12981112}" destId="{E2026FB7-A143-4B0C-9A23-AEA0709512D9}" srcOrd="0" destOrd="0" presId="urn:microsoft.com/office/officeart/2005/8/layout/hierarchy1"/>
    <dgm:cxn modelId="{24C16F58-0B30-46C3-8EB5-DB74EFF9E8A1}" srcId="{B9423C2A-AF97-4F6B-8EFA-384A514B6678}" destId="{1712E91B-30C4-4543-8CA7-0CBF841E4E9D}" srcOrd="0" destOrd="0" parTransId="{B997DDDD-E651-4C1E-B167-F5A7EAF92789}" sibTransId="{417856E1-60D8-42B3-B0B4-C0DF70506E1C}"/>
    <dgm:cxn modelId="{EADFC289-A0BC-4383-A57D-5B4C22729699}" type="presOf" srcId="{B9423C2A-AF97-4F6B-8EFA-384A514B6678}" destId="{957B3837-670B-478B-9E29-C34C7A8FE2C1}" srcOrd="0" destOrd="0" presId="urn:microsoft.com/office/officeart/2005/8/layout/hierarchy1"/>
    <dgm:cxn modelId="{295051C1-F828-4870-8BE4-652610468425}" srcId="{B9423C2A-AF97-4F6B-8EFA-384A514B6678}" destId="{B0D4B1FB-993B-4F94-B96B-64BE12981112}" srcOrd="1" destOrd="0" parTransId="{0675676A-A64A-4B88-9BE8-A49B1D586C33}" sibTransId="{0B11954D-0DA7-444D-BD82-139B1AACC25C}"/>
    <dgm:cxn modelId="{AA483AEF-B650-4B3B-9B30-5B7330CAC0F0}" type="presOf" srcId="{68535D6F-FB9F-4ED3-9A1E-47685DC1B4BD}" destId="{77F3D6E7-5355-43B6-ADB8-F19BC3B680E3}" srcOrd="0" destOrd="0" presId="urn:microsoft.com/office/officeart/2005/8/layout/hierarchy1"/>
    <dgm:cxn modelId="{41814CFE-5F9F-4AD0-BD26-2C811FCEA076}" type="presOf" srcId="{1712E91B-30C4-4543-8CA7-0CBF841E4E9D}" destId="{EFC17F88-6053-47CE-A78C-C4A229D7BF75}" srcOrd="0" destOrd="0" presId="urn:microsoft.com/office/officeart/2005/8/layout/hierarchy1"/>
    <dgm:cxn modelId="{2E15781D-7B9C-43CE-A033-27E374EC8C26}" type="presParOf" srcId="{957B3837-670B-478B-9E29-C34C7A8FE2C1}" destId="{3756D795-AFE7-4914-A023-4DC0DE51268F}" srcOrd="0" destOrd="0" presId="urn:microsoft.com/office/officeart/2005/8/layout/hierarchy1"/>
    <dgm:cxn modelId="{CFC33749-62B9-4C92-9BF2-11F820CE7C99}" type="presParOf" srcId="{3756D795-AFE7-4914-A023-4DC0DE51268F}" destId="{DCFEA253-0A05-4CBC-92CB-406093126970}" srcOrd="0" destOrd="0" presId="urn:microsoft.com/office/officeart/2005/8/layout/hierarchy1"/>
    <dgm:cxn modelId="{E7E5B33E-FC58-44FA-BB72-A5100BE30BCE}" type="presParOf" srcId="{DCFEA253-0A05-4CBC-92CB-406093126970}" destId="{C89FCCC7-35C1-4596-8716-F387316ACE27}" srcOrd="0" destOrd="0" presId="urn:microsoft.com/office/officeart/2005/8/layout/hierarchy1"/>
    <dgm:cxn modelId="{9B0CC9F2-A488-44B6-9DB6-A6262C65B8CF}" type="presParOf" srcId="{DCFEA253-0A05-4CBC-92CB-406093126970}" destId="{EFC17F88-6053-47CE-A78C-C4A229D7BF75}" srcOrd="1" destOrd="0" presId="urn:microsoft.com/office/officeart/2005/8/layout/hierarchy1"/>
    <dgm:cxn modelId="{1389CE01-EBE9-4142-97EF-FD82ECCA9971}" type="presParOf" srcId="{3756D795-AFE7-4914-A023-4DC0DE51268F}" destId="{C1839714-5E65-4E56-902D-AE4626A424F1}" srcOrd="1" destOrd="0" presId="urn:microsoft.com/office/officeart/2005/8/layout/hierarchy1"/>
    <dgm:cxn modelId="{C1A6D7F7-5ECF-4061-954E-B909E48B15F4}" type="presParOf" srcId="{957B3837-670B-478B-9E29-C34C7A8FE2C1}" destId="{035A30EE-8A2C-441C-AF60-A281CC842FEB}" srcOrd="1" destOrd="0" presId="urn:microsoft.com/office/officeart/2005/8/layout/hierarchy1"/>
    <dgm:cxn modelId="{03FF1D8B-179C-4F5F-853D-7C0EB096D04F}" type="presParOf" srcId="{035A30EE-8A2C-441C-AF60-A281CC842FEB}" destId="{F25071C9-9A02-4A7C-B075-78238EF09343}" srcOrd="0" destOrd="0" presId="urn:microsoft.com/office/officeart/2005/8/layout/hierarchy1"/>
    <dgm:cxn modelId="{64003471-AC20-4D95-AE15-FCF82AC56C88}" type="presParOf" srcId="{F25071C9-9A02-4A7C-B075-78238EF09343}" destId="{3AF25F25-7E52-43AF-95F7-155C2C2395D2}" srcOrd="0" destOrd="0" presId="urn:microsoft.com/office/officeart/2005/8/layout/hierarchy1"/>
    <dgm:cxn modelId="{161DB592-DEA0-4FC8-8072-4CA9B129EAB0}" type="presParOf" srcId="{F25071C9-9A02-4A7C-B075-78238EF09343}" destId="{E2026FB7-A143-4B0C-9A23-AEA0709512D9}" srcOrd="1" destOrd="0" presId="urn:microsoft.com/office/officeart/2005/8/layout/hierarchy1"/>
    <dgm:cxn modelId="{365B336E-9E2E-47EA-BC0D-4BDFBEEF6320}" type="presParOf" srcId="{035A30EE-8A2C-441C-AF60-A281CC842FEB}" destId="{3523FF25-523B-4D3A-AB14-ECBC09CA0455}" srcOrd="1" destOrd="0" presId="urn:microsoft.com/office/officeart/2005/8/layout/hierarchy1"/>
    <dgm:cxn modelId="{2D157069-16E1-40F7-955C-1FDAB7E936EE}" type="presParOf" srcId="{957B3837-670B-478B-9E29-C34C7A8FE2C1}" destId="{86F34882-4305-4A3B-A84F-7712A002FC1B}" srcOrd="2" destOrd="0" presId="urn:microsoft.com/office/officeart/2005/8/layout/hierarchy1"/>
    <dgm:cxn modelId="{4C7586DA-BF34-4079-B1A8-33191DACE546}" type="presParOf" srcId="{86F34882-4305-4A3B-A84F-7712A002FC1B}" destId="{D6A3E9F4-69C9-460F-B74B-42840D18E469}" srcOrd="0" destOrd="0" presId="urn:microsoft.com/office/officeart/2005/8/layout/hierarchy1"/>
    <dgm:cxn modelId="{50361125-32ED-42B0-A474-AB6ED9EA063D}" type="presParOf" srcId="{D6A3E9F4-69C9-460F-B74B-42840D18E469}" destId="{A1288120-B44A-454E-9AD4-96A189B9F701}" srcOrd="0" destOrd="0" presId="urn:microsoft.com/office/officeart/2005/8/layout/hierarchy1"/>
    <dgm:cxn modelId="{279A8461-BF81-45D6-A81A-94542FEDAF92}" type="presParOf" srcId="{D6A3E9F4-69C9-460F-B74B-42840D18E469}" destId="{77F3D6E7-5355-43B6-ADB8-F19BC3B680E3}" srcOrd="1" destOrd="0" presId="urn:microsoft.com/office/officeart/2005/8/layout/hierarchy1"/>
    <dgm:cxn modelId="{461A8CD1-4450-423D-A2F6-28DB73E2BA3F}" type="presParOf" srcId="{86F34882-4305-4A3B-A84F-7712A002FC1B}" destId="{BCD56607-50FE-4511-9FF0-F4C2467A819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0490456-30EE-4F9F-AAC8-92930A3BC85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54A064B-71BD-426E-8F66-F8F3155C359A}">
      <dgm:prSet/>
      <dgm:spPr/>
      <dgm:t>
        <a:bodyPr/>
        <a:lstStyle/>
        <a:p>
          <a:r>
            <a:rPr lang="en-US"/>
            <a:t>Importância da paz</a:t>
          </a:r>
        </a:p>
      </dgm:t>
    </dgm:pt>
    <dgm:pt modelId="{DE01FD0D-4F6D-4794-94EB-45333F9C1A7F}" type="parTrans" cxnId="{E59AC425-0846-4916-8101-1669ADFE769B}">
      <dgm:prSet/>
      <dgm:spPr/>
      <dgm:t>
        <a:bodyPr/>
        <a:lstStyle/>
        <a:p>
          <a:endParaRPr lang="en-US"/>
        </a:p>
      </dgm:t>
    </dgm:pt>
    <dgm:pt modelId="{172FB18D-F233-4049-B612-9B3E89C69CF3}" type="sibTrans" cxnId="{E59AC425-0846-4916-8101-1669ADFE769B}">
      <dgm:prSet/>
      <dgm:spPr/>
      <dgm:t>
        <a:bodyPr/>
        <a:lstStyle/>
        <a:p>
          <a:endParaRPr lang="en-US"/>
        </a:p>
      </dgm:t>
    </dgm:pt>
    <dgm:pt modelId="{51C78C04-24C3-4AE7-87B9-011A7F8EECCF}">
      <dgm:prSet/>
      <dgm:spPr/>
      <dgm:t>
        <a:bodyPr/>
        <a:lstStyle/>
        <a:p>
          <a:r>
            <a:rPr lang="en-US"/>
            <a:t>Diplomacia</a:t>
          </a:r>
        </a:p>
      </dgm:t>
    </dgm:pt>
    <dgm:pt modelId="{5E1990D6-2681-48CC-BDA9-F9F135558020}" type="parTrans" cxnId="{59B82346-228F-41D6-ACD4-A7CEF8D232E0}">
      <dgm:prSet/>
      <dgm:spPr/>
      <dgm:t>
        <a:bodyPr/>
        <a:lstStyle/>
        <a:p>
          <a:endParaRPr lang="en-US"/>
        </a:p>
      </dgm:t>
    </dgm:pt>
    <dgm:pt modelId="{12AB49E8-9F47-45CF-B46E-360D2676EA43}" type="sibTrans" cxnId="{59B82346-228F-41D6-ACD4-A7CEF8D232E0}">
      <dgm:prSet/>
      <dgm:spPr/>
      <dgm:t>
        <a:bodyPr/>
        <a:lstStyle/>
        <a:p>
          <a:endParaRPr lang="en-US"/>
        </a:p>
      </dgm:t>
    </dgm:pt>
    <dgm:pt modelId="{2C2FC1DB-CD7B-422F-91F2-279830BAB954}">
      <dgm:prSet/>
      <dgm:spPr/>
      <dgm:t>
        <a:bodyPr/>
        <a:lstStyle/>
        <a:p>
          <a:r>
            <a:rPr lang="en-US"/>
            <a:t>Responsabilidade científica</a:t>
          </a:r>
        </a:p>
      </dgm:t>
    </dgm:pt>
    <dgm:pt modelId="{96A1DC33-0F7C-4292-BDB4-0C454F9C6810}" type="parTrans" cxnId="{24B81ACE-6AAA-4F6C-8851-9ED0A53C0BF9}">
      <dgm:prSet/>
      <dgm:spPr/>
      <dgm:t>
        <a:bodyPr/>
        <a:lstStyle/>
        <a:p>
          <a:endParaRPr lang="en-US"/>
        </a:p>
      </dgm:t>
    </dgm:pt>
    <dgm:pt modelId="{DCE8E9DE-D9FC-41BB-92FC-5C84CCAE1021}" type="sibTrans" cxnId="{24B81ACE-6AAA-4F6C-8851-9ED0A53C0BF9}">
      <dgm:prSet/>
      <dgm:spPr/>
      <dgm:t>
        <a:bodyPr/>
        <a:lstStyle/>
        <a:p>
          <a:endParaRPr lang="en-US"/>
        </a:p>
      </dgm:t>
    </dgm:pt>
    <dgm:pt modelId="{5B8256B0-C023-45C0-9C37-374EE3AF38A9}" type="pres">
      <dgm:prSet presAssocID="{C0490456-30EE-4F9F-AAC8-92930A3BC85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D3DA7B9-22B4-43D7-8808-7FF47B35366B}" type="pres">
      <dgm:prSet presAssocID="{854A064B-71BD-426E-8F66-F8F3155C359A}" presName="hierRoot1" presStyleCnt="0"/>
      <dgm:spPr/>
    </dgm:pt>
    <dgm:pt modelId="{A54D9F73-8154-46AA-B3DF-7979F460D2A0}" type="pres">
      <dgm:prSet presAssocID="{854A064B-71BD-426E-8F66-F8F3155C359A}" presName="composite" presStyleCnt="0"/>
      <dgm:spPr/>
    </dgm:pt>
    <dgm:pt modelId="{8C17011C-3447-4662-BAA3-D833E55BDB75}" type="pres">
      <dgm:prSet presAssocID="{854A064B-71BD-426E-8F66-F8F3155C359A}" presName="background" presStyleLbl="node0" presStyleIdx="0" presStyleCnt="3"/>
      <dgm:spPr/>
    </dgm:pt>
    <dgm:pt modelId="{3BAA6DF9-053F-4B8F-9509-BE35BB4CFAD1}" type="pres">
      <dgm:prSet presAssocID="{854A064B-71BD-426E-8F66-F8F3155C359A}" presName="text" presStyleLbl="fgAcc0" presStyleIdx="0" presStyleCnt="3">
        <dgm:presLayoutVars>
          <dgm:chPref val="3"/>
        </dgm:presLayoutVars>
      </dgm:prSet>
      <dgm:spPr/>
    </dgm:pt>
    <dgm:pt modelId="{456AF89A-3BF3-4DA0-88EB-1642324FB158}" type="pres">
      <dgm:prSet presAssocID="{854A064B-71BD-426E-8F66-F8F3155C359A}" presName="hierChild2" presStyleCnt="0"/>
      <dgm:spPr/>
    </dgm:pt>
    <dgm:pt modelId="{8B38F803-9FC6-44EE-9936-D144D34EA104}" type="pres">
      <dgm:prSet presAssocID="{51C78C04-24C3-4AE7-87B9-011A7F8EECCF}" presName="hierRoot1" presStyleCnt="0"/>
      <dgm:spPr/>
    </dgm:pt>
    <dgm:pt modelId="{5E0E215D-D9AC-406F-A586-CC824FB7C669}" type="pres">
      <dgm:prSet presAssocID="{51C78C04-24C3-4AE7-87B9-011A7F8EECCF}" presName="composite" presStyleCnt="0"/>
      <dgm:spPr/>
    </dgm:pt>
    <dgm:pt modelId="{FC19544B-84ED-4CCD-A566-B5EDCE91B7C6}" type="pres">
      <dgm:prSet presAssocID="{51C78C04-24C3-4AE7-87B9-011A7F8EECCF}" presName="background" presStyleLbl="node0" presStyleIdx="1" presStyleCnt="3"/>
      <dgm:spPr/>
    </dgm:pt>
    <dgm:pt modelId="{60B2C63D-A28A-46EB-B2FE-ADC9166D2C1F}" type="pres">
      <dgm:prSet presAssocID="{51C78C04-24C3-4AE7-87B9-011A7F8EECCF}" presName="text" presStyleLbl="fgAcc0" presStyleIdx="1" presStyleCnt="3">
        <dgm:presLayoutVars>
          <dgm:chPref val="3"/>
        </dgm:presLayoutVars>
      </dgm:prSet>
      <dgm:spPr/>
    </dgm:pt>
    <dgm:pt modelId="{7507AA46-4F2E-4F8B-A7D1-3A2F08F3BD40}" type="pres">
      <dgm:prSet presAssocID="{51C78C04-24C3-4AE7-87B9-011A7F8EECCF}" presName="hierChild2" presStyleCnt="0"/>
      <dgm:spPr/>
    </dgm:pt>
    <dgm:pt modelId="{579085E4-6027-4188-9808-07349A73DA2F}" type="pres">
      <dgm:prSet presAssocID="{2C2FC1DB-CD7B-422F-91F2-279830BAB954}" presName="hierRoot1" presStyleCnt="0"/>
      <dgm:spPr/>
    </dgm:pt>
    <dgm:pt modelId="{04BA48C2-CB1A-400B-9A59-FA231738151C}" type="pres">
      <dgm:prSet presAssocID="{2C2FC1DB-CD7B-422F-91F2-279830BAB954}" presName="composite" presStyleCnt="0"/>
      <dgm:spPr/>
    </dgm:pt>
    <dgm:pt modelId="{1F631AEF-C91E-4955-9710-A18937DBC369}" type="pres">
      <dgm:prSet presAssocID="{2C2FC1DB-CD7B-422F-91F2-279830BAB954}" presName="background" presStyleLbl="node0" presStyleIdx="2" presStyleCnt="3"/>
      <dgm:spPr/>
    </dgm:pt>
    <dgm:pt modelId="{ACF549CF-F882-462F-A391-0BCF0358DA72}" type="pres">
      <dgm:prSet presAssocID="{2C2FC1DB-CD7B-422F-91F2-279830BAB954}" presName="text" presStyleLbl="fgAcc0" presStyleIdx="2" presStyleCnt="3">
        <dgm:presLayoutVars>
          <dgm:chPref val="3"/>
        </dgm:presLayoutVars>
      </dgm:prSet>
      <dgm:spPr/>
    </dgm:pt>
    <dgm:pt modelId="{3674920C-5F58-4CD4-9BF3-9D6A2AA115C1}" type="pres">
      <dgm:prSet presAssocID="{2C2FC1DB-CD7B-422F-91F2-279830BAB954}" presName="hierChild2" presStyleCnt="0"/>
      <dgm:spPr/>
    </dgm:pt>
  </dgm:ptLst>
  <dgm:cxnLst>
    <dgm:cxn modelId="{E59AC425-0846-4916-8101-1669ADFE769B}" srcId="{C0490456-30EE-4F9F-AAC8-92930A3BC855}" destId="{854A064B-71BD-426E-8F66-F8F3155C359A}" srcOrd="0" destOrd="0" parTransId="{DE01FD0D-4F6D-4794-94EB-45333F9C1A7F}" sibTransId="{172FB18D-F233-4049-B612-9B3E89C69CF3}"/>
    <dgm:cxn modelId="{59B82346-228F-41D6-ACD4-A7CEF8D232E0}" srcId="{C0490456-30EE-4F9F-AAC8-92930A3BC855}" destId="{51C78C04-24C3-4AE7-87B9-011A7F8EECCF}" srcOrd="1" destOrd="0" parTransId="{5E1990D6-2681-48CC-BDA9-F9F135558020}" sibTransId="{12AB49E8-9F47-45CF-B46E-360D2676EA43}"/>
    <dgm:cxn modelId="{34AB8B50-E05A-4663-9CB9-C214782C8133}" type="presOf" srcId="{854A064B-71BD-426E-8F66-F8F3155C359A}" destId="{3BAA6DF9-053F-4B8F-9509-BE35BB4CFAD1}" srcOrd="0" destOrd="0" presId="urn:microsoft.com/office/officeart/2005/8/layout/hierarchy1"/>
    <dgm:cxn modelId="{9EFCC778-C777-4853-BC27-F7090AEE047D}" type="presOf" srcId="{C0490456-30EE-4F9F-AAC8-92930A3BC855}" destId="{5B8256B0-C023-45C0-9C37-374EE3AF38A9}" srcOrd="0" destOrd="0" presId="urn:microsoft.com/office/officeart/2005/8/layout/hierarchy1"/>
    <dgm:cxn modelId="{D659BFA9-7273-4D64-A0BC-9CD51C11AC01}" type="presOf" srcId="{51C78C04-24C3-4AE7-87B9-011A7F8EECCF}" destId="{60B2C63D-A28A-46EB-B2FE-ADC9166D2C1F}" srcOrd="0" destOrd="0" presId="urn:microsoft.com/office/officeart/2005/8/layout/hierarchy1"/>
    <dgm:cxn modelId="{24B81ACE-6AAA-4F6C-8851-9ED0A53C0BF9}" srcId="{C0490456-30EE-4F9F-AAC8-92930A3BC855}" destId="{2C2FC1DB-CD7B-422F-91F2-279830BAB954}" srcOrd="2" destOrd="0" parTransId="{96A1DC33-0F7C-4292-BDB4-0C454F9C6810}" sibTransId="{DCE8E9DE-D9FC-41BB-92FC-5C84CCAE1021}"/>
    <dgm:cxn modelId="{DD12BCE1-9D17-4622-B335-100BF8D5EA75}" type="presOf" srcId="{2C2FC1DB-CD7B-422F-91F2-279830BAB954}" destId="{ACF549CF-F882-462F-A391-0BCF0358DA72}" srcOrd="0" destOrd="0" presId="urn:microsoft.com/office/officeart/2005/8/layout/hierarchy1"/>
    <dgm:cxn modelId="{677A4D5D-D849-465F-9B79-2563C0CF09E5}" type="presParOf" srcId="{5B8256B0-C023-45C0-9C37-374EE3AF38A9}" destId="{7D3DA7B9-22B4-43D7-8808-7FF47B35366B}" srcOrd="0" destOrd="0" presId="urn:microsoft.com/office/officeart/2005/8/layout/hierarchy1"/>
    <dgm:cxn modelId="{27F35185-896C-40F4-B7B7-8C60F80C4E99}" type="presParOf" srcId="{7D3DA7B9-22B4-43D7-8808-7FF47B35366B}" destId="{A54D9F73-8154-46AA-B3DF-7979F460D2A0}" srcOrd="0" destOrd="0" presId="urn:microsoft.com/office/officeart/2005/8/layout/hierarchy1"/>
    <dgm:cxn modelId="{D7E68A4A-0FE9-47FB-9567-8DA215B757DD}" type="presParOf" srcId="{A54D9F73-8154-46AA-B3DF-7979F460D2A0}" destId="{8C17011C-3447-4662-BAA3-D833E55BDB75}" srcOrd="0" destOrd="0" presId="urn:microsoft.com/office/officeart/2005/8/layout/hierarchy1"/>
    <dgm:cxn modelId="{B1BD761F-140E-4A01-8E4E-A2F76414C416}" type="presParOf" srcId="{A54D9F73-8154-46AA-B3DF-7979F460D2A0}" destId="{3BAA6DF9-053F-4B8F-9509-BE35BB4CFAD1}" srcOrd="1" destOrd="0" presId="urn:microsoft.com/office/officeart/2005/8/layout/hierarchy1"/>
    <dgm:cxn modelId="{5A036096-C750-4B5F-8C76-DB8F450102E5}" type="presParOf" srcId="{7D3DA7B9-22B4-43D7-8808-7FF47B35366B}" destId="{456AF89A-3BF3-4DA0-88EB-1642324FB158}" srcOrd="1" destOrd="0" presId="urn:microsoft.com/office/officeart/2005/8/layout/hierarchy1"/>
    <dgm:cxn modelId="{4467D776-FDF5-42DA-8AB5-D5935790A704}" type="presParOf" srcId="{5B8256B0-C023-45C0-9C37-374EE3AF38A9}" destId="{8B38F803-9FC6-44EE-9936-D144D34EA104}" srcOrd="1" destOrd="0" presId="urn:microsoft.com/office/officeart/2005/8/layout/hierarchy1"/>
    <dgm:cxn modelId="{14AAA783-412C-4A8E-A0A5-37686ADB6C32}" type="presParOf" srcId="{8B38F803-9FC6-44EE-9936-D144D34EA104}" destId="{5E0E215D-D9AC-406F-A586-CC824FB7C669}" srcOrd="0" destOrd="0" presId="urn:microsoft.com/office/officeart/2005/8/layout/hierarchy1"/>
    <dgm:cxn modelId="{D72020FE-FF79-475F-A140-16589B2F115E}" type="presParOf" srcId="{5E0E215D-D9AC-406F-A586-CC824FB7C669}" destId="{FC19544B-84ED-4CCD-A566-B5EDCE91B7C6}" srcOrd="0" destOrd="0" presId="urn:microsoft.com/office/officeart/2005/8/layout/hierarchy1"/>
    <dgm:cxn modelId="{8BE0A818-A9E5-4150-A9F3-A33E9171A8FD}" type="presParOf" srcId="{5E0E215D-D9AC-406F-A586-CC824FB7C669}" destId="{60B2C63D-A28A-46EB-B2FE-ADC9166D2C1F}" srcOrd="1" destOrd="0" presId="urn:microsoft.com/office/officeart/2005/8/layout/hierarchy1"/>
    <dgm:cxn modelId="{17B53F8C-D4A8-46AF-9611-9DFDDDAF4F63}" type="presParOf" srcId="{8B38F803-9FC6-44EE-9936-D144D34EA104}" destId="{7507AA46-4F2E-4F8B-A7D1-3A2F08F3BD40}" srcOrd="1" destOrd="0" presId="urn:microsoft.com/office/officeart/2005/8/layout/hierarchy1"/>
    <dgm:cxn modelId="{E5D1E1E5-6CC0-47BB-B400-C49E216BF7C2}" type="presParOf" srcId="{5B8256B0-C023-45C0-9C37-374EE3AF38A9}" destId="{579085E4-6027-4188-9808-07349A73DA2F}" srcOrd="2" destOrd="0" presId="urn:microsoft.com/office/officeart/2005/8/layout/hierarchy1"/>
    <dgm:cxn modelId="{E30DB359-221C-45ED-AEBD-C8A46E9EDC6C}" type="presParOf" srcId="{579085E4-6027-4188-9808-07349A73DA2F}" destId="{04BA48C2-CB1A-400B-9A59-FA231738151C}" srcOrd="0" destOrd="0" presId="urn:microsoft.com/office/officeart/2005/8/layout/hierarchy1"/>
    <dgm:cxn modelId="{0635839D-7BD7-4CA9-AC45-DD972AC24A6B}" type="presParOf" srcId="{04BA48C2-CB1A-400B-9A59-FA231738151C}" destId="{1F631AEF-C91E-4955-9710-A18937DBC369}" srcOrd="0" destOrd="0" presId="urn:microsoft.com/office/officeart/2005/8/layout/hierarchy1"/>
    <dgm:cxn modelId="{093FA9D6-4E0B-4392-A6A6-40904B2191F9}" type="presParOf" srcId="{04BA48C2-CB1A-400B-9A59-FA231738151C}" destId="{ACF549CF-F882-462F-A391-0BCF0358DA72}" srcOrd="1" destOrd="0" presId="urn:microsoft.com/office/officeart/2005/8/layout/hierarchy1"/>
    <dgm:cxn modelId="{5231799D-26C8-42D6-85E4-12C440C95407}" type="presParOf" srcId="{579085E4-6027-4188-9808-07349A73DA2F}" destId="{3674920C-5F58-4CD4-9BF3-9D6A2AA115C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A0093-0201-47A7-867B-ADC1CC9FDE33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087DFA-2995-4B4D-BCD9-C61744413BFB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Fase final da Segunda Guerra Mundial (1945)</a:t>
          </a:r>
        </a:p>
      </dsp:txBody>
      <dsp:txXfrm>
        <a:off x="456496" y="980400"/>
        <a:ext cx="3381034" cy="2099279"/>
      </dsp:txXfrm>
    </dsp:sp>
    <dsp:sp modelId="{8A5A9A6F-B609-409C-B07C-296184951CC7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867FC-99A2-47D8-B948-3AB1342DA172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Conflito no Pacífico entre EUA e Japão</a:t>
          </a:r>
        </a:p>
      </dsp:txBody>
      <dsp:txXfrm>
        <a:off x="4748523" y="980400"/>
        <a:ext cx="3381034" cy="20992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431398-04BA-4425-AA70-9EF418A5DB42}">
      <dsp:nvSpPr>
        <dsp:cNvPr id="0" name=""/>
        <dsp:cNvSpPr/>
      </dsp:nvSpPr>
      <dsp:spPr>
        <a:xfrm>
          <a:off x="0" y="478121"/>
          <a:ext cx="5000124" cy="143010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Resistência japonesa</a:t>
          </a:r>
        </a:p>
      </dsp:txBody>
      <dsp:txXfrm>
        <a:off x="69812" y="547933"/>
        <a:ext cx="4860500" cy="1290481"/>
      </dsp:txXfrm>
    </dsp:sp>
    <dsp:sp modelId="{10A104D7-6CE6-45F7-8E9A-C3CEC93ED221}">
      <dsp:nvSpPr>
        <dsp:cNvPr id="0" name=""/>
        <dsp:cNvSpPr/>
      </dsp:nvSpPr>
      <dsp:spPr>
        <a:xfrm>
          <a:off x="0" y="2011907"/>
          <a:ext cx="5000124" cy="1430105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Busca por rendição rápida</a:t>
          </a:r>
        </a:p>
      </dsp:txBody>
      <dsp:txXfrm>
        <a:off x="69812" y="2081719"/>
        <a:ext cx="4860500" cy="1290481"/>
      </dsp:txXfrm>
    </dsp:sp>
    <dsp:sp modelId="{7942AE14-6B46-4914-887C-8823EC7563C9}">
      <dsp:nvSpPr>
        <dsp:cNvPr id="0" name=""/>
        <dsp:cNvSpPr/>
      </dsp:nvSpPr>
      <dsp:spPr>
        <a:xfrm>
          <a:off x="0" y="3545692"/>
          <a:ext cx="5000124" cy="143010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Nova arma desenvolvida durante a guerra</a:t>
          </a:r>
        </a:p>
      </dsp:txBody>
      <dsp:txXfrm>
        <a:off x="69812" y="3615504"/>
        <a:ext cx="4860500" cy="12904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DA25FC-1C4A-40F4-8A5F-62228D4FD053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D9D26D-206E-42FD-A021-7A85D019501F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Data: 6 de agosto de 1945</a:t>
          </a:r>
        </a:p>
      </dsp:txBody>
      <dsp:txXfrm>
        <a:off x="78583" y="2435142"/>
        <a:ext cx="2399612" cy="720000"/>
      </dsp:txXfrm>
    </dsp:sp>
    <dsp:sp modelId="{D9D77D87-EC0B-4635-8E2B-14B94F23ECCF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60AEF4-E3AE-4D61-9EA1-770AD0321E1B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Bomba: Little Boy</a:t>
          </a:r>
        </a:p>
      </dsp:txBody>
      <dsp:txXfrm>
        <a:off x="2898129" y="2435142"/>
        <a:ext cx="2399612" cy="720000"/>
      </dsp:txXfrm>
    </dsp:sp>
    <dsp:sp modelId="{D1C44174-2BE5-4F27-9F63-B509C7F3259D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1F6987-C62D-47CD-BBAD-63B1C2A465DD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Grande destruição da cidade</a:t>
          </a:r>
        </a:p>
      </dsp:txBody>
      <dsp:txXfrm>
        <a:off x="5717674" y="2435142"/>
        <a:ext cx="239961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5D8093-D815-4046-8A63-2C0B0DCD2E53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C36A9D-2F6C-4BC7-9590-38A3FE7785DB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53AC8-C35E-4271-B857-66F8E92CD942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Data: 9 de agosto de 1945</a:t>
          </a:r>
        </a:p>
      </dsp:txBody>
      <dsp:txXfrm>
        <a:off x="46529" y="2703902"/>
        <a:ext cx="2418750" cy="720000"/>
      </dsp:txXfrm>
    </dsp:sp>
    <dsp:sp modelId="{870752DC-6039-4F05-8628-D412DEE859AD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D6D44E-35C3-4EF7-B76A-93F984A2E55E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67AC1-B80E-40A7-8DD9-B0E295DCD0F5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Bomba: Fat Man</a:t>
          </a:r>
        </a:p>
      </dsp:txBody>
      <dsp:txXfrm>
        <a:off x="2888560" y="2703902"/>
        <a:ext cx="2418750" cy="720000"/>
      </dsp:txXfrm>
    </dsp:sp>
    <dsp:sp modelId="{D3AE8712-5B7E-4E11-89F4-17DA6EF66CEF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A7D919-DF03-4B49-8F14-38C4A0006508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272907-61B3-4DE0-8DE0-73B62498EF7F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Altas perdas humanas</a:t>
          </a:r>
        </a:p>
      </dsp:txBody>
      <dsp:txXfrm>
        <a:off x="5730591" y="2703902"/>
        <a:ext cx="2418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DC3B6-AB35-4FD4-A9D1-42F0B6E12A7F}">
      <dsp:nvSpPr>
        <dsp:cNvPr id="0" name=""/>
        <dsp:cNvSpPr/>
      </dsp:nvSpPr>
      <dsp:spPr>
        <a:xfrm>
          <a:off x="0" y="1017229"/>
          <a:ext cx="5000124" cy="10553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Milhares de mortos</a:t>
          </a:r>
        </a:p>
      </dsp:txBody>
      <dsp:txXfrm>
        <a:off x="51517" y="1068746"/>
        <a:ext cx="4897090" cy="952306"/>
      </dsp:txXfrm>
    </dsp:sp>
    <dsp:sp modelId="{E4F7AE5E-66FE-4A53-9F22-74A9D3DE2484}">
      <dsp:nvSpPr>
        <dsp:cNvPr id="0" name=""/>
        <dsp:cNvSpPr/>
      </dsp:nvSpPr>
      <dsp:spPr>
        <a:xfrm>
          <a:off x="0" y="2199289"/>
          <a:ext cx="5000124" cy="105534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Destruição urbana</a:t>
          </a:r>
        </a:p>
      </dsp:txBody>
      <dsp:txXfrm>
        <a:off x="51517" y="2250806"/>
        <a:ext cx="4897090" cy="952306"/>
      </dsp:txXfrm>
    </dsp:sp>
    <dsp:sp modelId="{76BFAA2B-B690-469B-9F91-777B3EEFE2C2}">
      <dsp:nvSpPr>
        <dsp:cNvPr id="0" name=""/>
        <dsp:cNvSpPr/>
      </dsp:nvSpPr>
      <dsp:spPr>
        <a:xfrm>
          <a:off x="0" y="3381350"/>
          <a:ext cx="5000124" cy="105534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Rendição do Japão</a:t>
          </a:r>
        </a:p>
      </dsp:txBody>
      <dsp:txXfrm>
        <a:off x="51517" y="3432867"/>
        <a:ext cx="4897090" cy="9523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64C8B-999C-41C3-8BFE-2EA4CB33448E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96A3DA-A2A3-4255-A20F-8B3EB1C3C25B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Problemas de saúde</a:t>
          </a:r>
        </a:p>
      </dsp:txBody>
      <dsp:txXfrm>
        <a:off x="283960" y="1066136"/>
        <a:ext cx="2107770" cy="1308711"/>
      </dsp:txXfrm>
    </dsp:sp>
    <dsp:sp modelId="{B0612868-D478-4F20-BA89-8DAAF4B94964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E288AD-FFE7-4139-B3A0-8E4F455590CC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Impactos sociais</a:t>
          </a:r>
        </a:p>
      </dsp:txBody>
      <dsp:txXfrm>
        <a:off x="2959652" y="1066136"/>
        <a:ext cx="2107770" cy="1308711"/>
      </dsp:txXfrm>
    </dsp:sp>
    <dsp:sp modelId="{D9392F9A-ED0D-4044-A509-E8FDDCD23B0C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963310-6AA1-426F-85BD-285FB1AF17A8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Início da Era Nuclear</a:t>
          </a:r>
        </a:p>
      </dsp:txBody>
      <dsp:txXfrm>
        <a:off x="5635343" y="1066136"/>
        <a:ext cx="2107770" cy="130871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7070DF-F135-49C8-B7D9-1F9C25FEC2A1}">
      <dsp:nvSpPr>
        <dsp:cNvPr id="0" name=""/>
        <dsp:cNvSpPr/>
      </dsp:nvSpPr>
      <dsp:spPr>
        <a:xfrm>
          <a:off x="0" y="18320"/>
          <a:ext cx="5000124" cy="26395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A ciência sempre deve ser usada na guerra?</a:t>
          </a:r>
        </a:p>
      </dsp:txBody>
      <dsp:txXfrm>
        <a:off x="128851" y="147171"/>
        <a:ext cx="4742422" cy="2381817"/>
      </dsp:txXfrm>
    </dsp:sp>
    <dsp:sp modelId="{6595171E-EBC3-434B-AFC6-B4B751AE19A3}">
      <dsp:nvSpPr>
        <dsp:cNvPr id="0" name=""/>
        <dsp:cNvSpPr/>
      </dsp:nvSpPr>
      <dsp:spPr>
        <a:xfrm>
          <a:off x="0" y="2796080"/>
          <a:ext cx="5000124" cy="263951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O uso da bomba pode ser justificado?</a:t>
          </a:r>
        </a:p>
      </dsp:txBody>
      <dsp:txXfrm>
        <a:off x="128851" y="2924931"/>
        <a:ext cx="4742422" cy="238181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FCCC7-35C1-4596-8716-F387316ACE27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C17F88-6053-47CE-A78C-C4A229D7BF75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Medo de guerras nucleares</a:t>
          </a:r>
        </a:p>
      </dsp:txBody>
      <dsp:txXfrm>
        <a:off x="298991" y="1277365"/>
        <a:ext cx="2219346" cy="1377989"/>
      </dsp:txXfrm>
    </dsp:sp>
    <dsp:sp modelId="{3AF25F25-7E52-43AF-95F7-155C2C2395D2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26FB7-A143-4B0C-9A23-AEA0709512D9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Corrida armamentista</a:t>
          </a:r>
        </a:p>
      </dsp:txBody>
      <dsp:txXfrm>
        <a:off x="3116322" y="1277365"/>
        <a:ext cx="2219346" cy="1377989"/>
      </dsp:txXfrm>
    </dsp:sp>
    <dsp:sp modelId="{A1288120-B44A-454E-9AD4-96A189B9F701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F3D6E7-5355-43B6-ADB8-F19BC3B680E3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Busca por acordos internacionais</a:t>
          </a:r>
        </a:p>
      </dsp:txBody>
      <dsp:txXfrm>
        <a:off x="5933653" y="1277365"/>
        <a:ext cx="2219346" cy="137798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17011C-3447-4662-BAA3-D833E55BDB75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A6DF9-053F-4B8F-9509-BE35BB4CFAD1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Importância da paz</a:t>
          </a:r>
        </a:p>
      </dsp:txBody>
      <dsp:txXfrm>
        <a:off x="298991" y="1277365"/>
        <a:ext cx="2219346" cy="1377989"/>
      </dsp:txXfrm>
    </dsp:sp>
    <dsp:sp modelId="{FC19544B-84ED-4CCD-A566-B5EDCE91B7C6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B2C63D-A28A-46EB-B2FE-ADC9166D2C1F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Diplomacia</a:t>
          </a:r>
        </a:p>
      </dsp:txBody>
      <dsp:txXfrm>
        <a:off x="3116322" y="1277365"/>
        <a:ext cx="2219346" cy="1377989"/>
      </dsp:txXfrm>
    </dsp:sp>
    <dsp:sp modelId="{1F631AEF-C91E-4955-9710-A18937DBC369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F549CF-F882-462F-A391-0BCF0358DA72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Responsabilidade científica</a:t>
          </a:r>
        </a:p>
      </dsp:txBody>
      <dsp:txXfrm>
        <a:off x="5933653" y="1277365"/>
        <a:ext cx="2219346" cy="1377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9" name="Rectangle 19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2996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Segunda Guerra Mundial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3224" y="3428999"/>
            <a:ext cx="3604268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As Bombas Atômicas de Hiroshima e Nagasaki</a:t>
            </a:r>
          </a:p>
        </p:txBody>
      </p:sp>
      <p:pic>
        <p:nvPicPr>
          <p:cNvPr id="7" name="Graphic 6" descr="Marker">
            <a:extLst>
              <a:ext uri="{FF2B5EF4-FFF2-40B4-BE49-F238E27FC236}">
                <a16:creationId xmlns:a16="http://schemas.microsoft.com/office/drawing/2014/main" id="{42D9F197-C2D8-0613-8F46-42F5D0353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01" name="Group 200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Contexto Histórico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6C84FF-33E8-A3E8-444F-E2DFB293BE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425875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Por que os EUA usaram a bomba?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9ED4F1-A11F-CA21-B743-7FEC2C2C9A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720201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Hiroshima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B8C162-A575-4094-24DE-50AAC2747F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54596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Nagasaki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89FA74-3790-1120-ACF1-C689A297A7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433893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700">
                <a:solidFill>
                  <a:srgbClr val="FFFFFF"/>
                </a:solidFill>
              </a:rPr>
              <a:t>Consequências Imediatas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904D7E-A7A9-70E1-E2D9-29A73B3060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119283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Consequências a Longo Prazo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4DCB53-FBB7-5C2C-B1E8-88EDBF4AD0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8922551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Debate Ético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88B0D5-A4B1-7C76-AFA2-ADE8DADA25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836773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O Mundo Após 1945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A629EEFF-A00E-DA93-4B5D-E6A767C589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640210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Reflexão Final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DD69A63-C8E2-1179-CE28-917DBB8F5B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104581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Segunda Guerra Mundial</vt:lpstr>
      <vt:lpstr>Contexto Histórico</vt:lpstr>
      <vt:lpstr>Por que os EUA usaram a bomba?</vt:lpstr>
      <vt:lpstr>Hiroshima</vt:lpstr>
      <vt:lpstr>Nagasaki</vt:lpstr>
      <vt:lpstr>Consequências Imediatas</vt:lpstr>
      <vt:lpstr>Consequências a Longo Prazo</vt:lpstr>
      <vt:lpstr>Debate Ético</vt:lpstr>
      <vt:lpstr>O Mundo Após 1945</vt:lpstr>
      <vt:lpstr>Reflexão Final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13</cp:revision>
  <dcterms:created xsi:type="dcterms:W3CDTF">2013-01-27T09:14:16Z</dcterms:created>
  <dcterms:modified xsi:type="dcterms:W3CDTF">2026-02-01T03:01:17Z</dcterms:modified>
  <cp:category/>
</cp:coreProperties>
</file>